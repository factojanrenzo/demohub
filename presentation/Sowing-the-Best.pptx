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f9260ad2-c6b3-09d3-0f2a-0529492f97e9}">
          <p14:sldIdLst>
            <p14:sldId id="256"/>
            <p14:sldId id="257"/>
            <p14:sldId id="258"/>
            <p14:sldId id="259"/>
            <p14:sldId id="260"/>
          </p14:sldIdLst>
        </p14:section>
        <p14:section name="1. Sow Positive Attitudes" id="{7048b6d1-25b3-5bdb-d668-c2631f69d22e}">
          <p14:sldIdLst>
            <p14:sldId id="261"/>
            <p14:sldId id="262"/>
            <p14:sldId id="263"/>
            <p14:sldId id="264"/>
          </p14:sldIdLst>
        </p14:section>
        <p14:section name="2. Sow Integrity" id="{a2ca0310-371e-bf9d-729e-5e2d12a7b3a0}">
          <p14:sldIdLst>
            <p14:sldId id="265"/>
            <p14:sldId id="266"/>
            <p14:sldId id="267"/>
            <p14:sldId id="268"/>
          </p14:sldIdLst>
        </p14:section>
        <p14:section name="3. Sow Spirituality" id="{508948fd-2212-6809-e9db-d436d7d228b9}">
          <p14:sldIdLst>
            <p14:sldId id="269"/>
            <p14:sldId id="270"/>
            <p14:sldId id="271"/>
            <p14:sldId id="272"/>
          </p14:sldIdLst>
        </p14:section>
        <p14:section name="4. Sow Discipline" id="{e41c832a-34fe-0a68-e80a-95f018647f8a}">
          <p14:sldIdLst>
            <p14:sldId id="273"/>
            <p14:sldId id="274"/>
            <p14:sldId id="275"/>
            <p14:sldId id="276"/>
            <p14:sldId id="277"/>
          </p14:sldIdLst>
        </p14:section>
        <p14:section name="5. Sow A Correct Image" id="{c52179ec-04cb-e411-ec82-6e435db0f601}">
          <p14:sldIdLst>
            <p14:sldId id="278"/>
            <p14:sldId id="279"/>
            <p14:sldId id="280"/>
            <p14:sldId id="281"/>
            <p14:sldId id="282"/>
            <p14:sldId id="283"/>
          </p14:sldIdLst>
        </p14:section>
        <p14:section name="Conclusion" id="{7d547f1c-1e7a-ff80-b9b9-6aa1e069847a}">
          <p14:sldIdLst>
            <p14:sldId id="284"/>
            <p14:sldId id="28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8: Sowing the Best. Welcome everyone. Today we learn how to sow positive seeds into the lives of our family and friends.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we are healed and delivered from our old life, let us sow positive seeds to our family and friends.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Galatians 6:7 (NIV): Do not be deceived: God cannot be mocked. A man reaps what he sows.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we sow positive things, we will reap a good harvest. What we plant today is what we will harvest tomorrow.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5 things we can start to sow: 1. Positive attitudes, 2. Integrity, 3. Spirituality, 4. Discipline, 5. A correct image.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Sow positive attitudes. There are three ways we can do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III. Be kind and loving in how you relate to others. Ephesians 4:31-32 (NIV): Get rid of all bitterness, rage and anger, brawling and slander, along with every form of malice. Be kind and compassionate to one another...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Sow integrity.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Timothy 4:7–8 (NIV): Have nothing to do with godless myths and old wives’ tales; rather, train yourself to be godly. For physical training is of some value, but godliness has value for all things, holding promise for both the present life and the life to 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Walking in integrity and godliness. The Bible says, 'Train yourself to be godly.' To be godly means to live a God-centered life. Integrity is the quality of being upright morally.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live in integrity means to live on what is right all the time. NO COMPROMISE with 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Sow spirituality.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Matthew 5:14 (NLT): You are the light of the world, like a city on a mountain, glowing in the night for all to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Sowing spirituality means you are bringing the presence of God into your home, school and workplace.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sow spirituality? I. Manifest the Christ-like character. II. Bring prayer. III. Bring the Word of God. IV. Bring the cell group into your home, schools, and workplace.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Sow discipline.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Discipline is self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Discipline means: Self control; not impulsive and uncontrolled. Order and proper management. Sticking to right priorities and activities.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Peter 5:8 (NIV): Be self-controlled and alert. Your enemy the devil prowls around like a roaring lion looking for someone to devour.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Corinthians 9:27 (NLT): I discipline my body like an athlete, training it to do what it should. Otherwise, I fear that after preaching to others I myself might be disqualified.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Sow a correct image.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sow a correct image is to be at peace with yourself.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Having a correct image means: You have a positive self esteem. You feel good about yourself. You have a healthy outlook of who you are in Christ.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see yourself the way God sees you: unique, precious, lovable and important. You see yourself as a winner in Christ and not a failure.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Psalm 139:13–14 (NIV): For you created my inmost being; you knit me together in my mother’s womb. I praise you because I am fearfully and wonderfully made; your works are wonderful, I know that full 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Philippians 4:13 (NKJV): I can do all things through Christ who strengthens 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Summary - Sowing the Best: 1. Sow positive attitudes. 2. Sow integrity. 3. Sow spirituality. 4. Sow discipline. 5. Sow a correct image.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A man reaps what he sows. Let us go and sow the best into our family and friends this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Dark-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Light-Title-image-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Light-Statement-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1005840"/>
          </a:xfrm>
          <a:prstGeom prst="rect">
            <a:avLst/>
          </a:prstGeom>
          <a:noFill/>
          <a:ln/>
        </p:spPr>
        <p:txBody>
          <a:bodyPr wrap="square" rtlCol="0"/>
          <a:lstStyle>
            <a:lvl1pPr indent="0" marL="0">
              <a:buNone/>
              <a:defRPr lang="en-US" sz="4000" b="1" dirty="0">
                <a:solidFill>
                  <a:schemeClr val="tx2"/>
                </a:solidFill>
              </a:defRPr>
            </a:lvl1pPr>
          </a:lstStyle>
          <a:p>
            <a:pPr indent="0" marL="0">
              <a:buNone/>
            </a:pPr>
            <a:r>
              <a:rPr lang="en-US" sz="4000" b="1" dirty="0">
                <a:solidFill>
                  <a:schemeClr val="tx2"/>
                </a:solidFill>
              </a:rPr>
              <a:t>Slide title</a:t>
            </a:r>
            <a:endParaRPr lang="en-US" sz="4000" dirty="0"/>
          </a:p>
        </p:txBody>
      </p:sp>
      <p:sp>
        <p:nvSpPr>
          <p:cNvPr id="25" name="Slide Number Placeholder 0"/>
          <p:cNvSpPr>
            <a:spLocks noGrp="1"/>
          </p:cNvSpPr>
          <p:nvPr>
            <p:ph type="sldNum" sz="quarter" idx="4294967295"/>
          </p:nvPr>
        </p:nvSpPr>
        <p:spPr>
          <a:xfrm>
            <a:off x="11201400" y="6355080"/>
            <a:ext cx="640080" cy="365760"/>
          </a:xfrm>
          <a:prstGeom prst="rect">
            <a:avLst/>
          </a:prstGeom>
          <a:extLst>
            <a:ext uri="{C572A759-6A51-4108-AA02-DFA0A04FC94B}">
              <ma14:wrappingTextBoxFlag xmlns:ma14="http://schemas.microsoft.com/office/mac/drawingml/2011/main" val="0"/>
            </a:ext>
          </a:extLst>
        </p:spPr>
        <p:txBody>
          <a:bodyPr/>
          <a:lstStyle>
            <a:lvl1pPr>
              <a:defRPr sz="1400">
                <a:solidFill>
                  <a:srgbClr val="5E7A64"/>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ight Statem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01400" y="6355080"/>
            <a:ext cx="640080" cy="365760"/>
          </a:xfrm>
          <a:prstGeom prst="rect">
            <a:avLst/>
          </a:prstGeom>
          <a:extLst>
            <a:ext uri="{C572A759-6A51-4108-AA02-DFA0A04FC94B}">
              <ma14:wrappingTextBoxFlag xmlns:ma14="http://schemas.microsoft.com/office/mac/drawingml/2011/main" val="0"/>
            </a:ext>
          </a:extLst>
        </p:spPr>
        <p:txBody>
          <a:bodyPr/>
          <a:lstStyle>
            <a:lvl1pPr>
              <a:defRPr sz="1400">
                <a:solidFill>
                  <a:srgbClr val="5E7A64"/>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01400" y="6355080"/>
            <a:ext cx="640080" cy="365760"/>
          </a:xfrm>
          <a:prstGeom prst="rect">
            <a:avLst/>
          </a:prstGeom>
          <a:extLst>
            <a:ext uri="{C572A759-6A51-4108-AA02-DFA0A04FC94B}">
              <ma14:wrappingTextBoxFlag xmlns:ma14="http://schemas.microsoft.com/office/mac/drawingml/2011/main" val="0"/>
            </a:ext>
          </a:extLst>
        </p:spPr>
        <p:txBody>
          <a:bodyPr/>
          <a:lstStyle>
            <a:lvl1pPr>
              <a:defRPr sz="1400">
                <a:solidFill>
                  <a:srgbClr val="5E7A6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4.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3.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3.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3.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4.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3.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4.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slideLayout" Target="../slideLayouts/slideLayout3.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slideLayout" Target="../slideLayouts/slideLayout3.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itle panel"/>
          <p:cNvSpPr/>
          <p:nvPr/>
        </p:nvSpPr>
        <p:spPr>
          <a:xfrm>
            <a:off x="548640" y="1051560"/>
            <a:ext cx="6126480" cy="4754880"/>
          </a:xfrm>
          <a:prstGeom prst="roundRect">
            <a:avLst>
              <a:gd name="adj" fmla="val 4808"/>
            </a:avLst>
          </a:prstGeom>
          <a:solidFill>
            <a:schemeClr val="tx2">
              <a:alpha val="88000"/>
            </a:schemeClr>
          </a:solidFill>
          <a:ln/>
        </p:spPr>
      </p:sp>
      <p:sp>
        <p:nvSpPr>
          <p:cNvPr id="4" name="Text 1"/>
          <p:cNvSpPr txBox="1"/>
          <p:nvPr/>
        </p:nvSpPr>
        <p:spPr>
          <a:xfrm>
            <a:off x="1005840" y="1463040"/>
            <a:ext cx="5303520" cy="548640"/>
          </a:xfrm>
          <a:prstGeom prst="rect">
            <a:avLst/>
          </a:prstGeom>
          <a:noFill/>
          <a:ln/>
        </p:spPr>
        <p:txBody>
          <a:bodyPr wrap="square" lIns="0" tIns="0" rIns="0" bIns="0" rtlCol="0" anchor="ctr"/>
          <a:lstStyle/>
          <a:p>
            <a:pPr indent="0" marL="0">
              <a:buNone/>
            </a:pPr>
            <a:r>
              <a:rPr lang="en-US" sz="2600" b="1" spc="1000" kern="0" dirty="0">
                <a:solidFill>
                  <a:schemeClr val="accent1"/>
                </a:solidFill>
              </a:rPr>
              <a:t>LESSON 8</a:t>
            </a:r>
            <a:endParaRPr lang="en-US" sz="2600" dirty="0"/>
          </a:p>
        </p:txBody>
      </p:sp>
      <p:sp>
        <p:nvSpPr>
          <p:cNvPr id="5" name="Text 2"/>
          <p:cNvSpPr txBox="1"/>
          <p:nvPr/>
        </p:nvSpPr>
        <p:spPr>
          <a:xfrm>
            <a:off x="1005840" y="2057400"/>
            <a:ext cx="5394960" cy="2194560"/>
          </a:xfrm>
          <a:prstGeom prst="rect">
            <a:avLst/>
          </a:prstGeom>
          <a:noFill/>
          <a:ln/>
        </p:spPr>
        <p:txBody>
          <a:bodyPr wrap="square" lIns="0" tIns="0" rIns="0" bIns="0" rtlCol="0" anchor="t"/>
          <a:lstStyle/>
          <a:p>
            <a:pPr indent="0" marL="0">
              <a:buNone/>
            </a:pPr>
            <a:r>
              <a:rPr lang="en-US" sz="7000" b="1" dirty="0">
                <a:solidFill>
                  <a:schemeClr val="bg1"/>
                </a:solidFill>
                <a:latin typeface="Cambria" pitchFamily="34" charset="0"/>
                <a:ea typeface="Cambria" pitchFamily="34" charset="-122"/>
                <a:cs typeface="Cambria" pitchFamily="34" charset="-120"/>
              </a:rPr>
              <a:t>Sowing the Best</a:t>
            </a:r>
            <a:endParaRPr lang="en-US" sz="7000" dirty="0"/>
          </a:p>
        </p:txBody>
      </p:sp>
      <p:sp>
        <p:nvSpPr>
          <p:cNvPr id="6" name="Text 3"/>
          <p:cNvSpPr txBox="1"/>
          <p:nvPr/>
        </p:nvSpPr>
        <p:spPr>
          <a:xfrm>
            <a:off x="1005840" y="4434840"/>
            <a:ext cx="5303520" cy="914400"/>
          </a:xfrm>
          <a:prstGeom prst="rect">
            <a:avLst/>
          </a:prstGeom>
          <a:noFill/>
          <a:ln/>
        </p:spPr>
        <p:txBody>
          <a:bodyPr wrap="square" lIns="0" tIns="0" rIns="0" bIns="0" rtlCol="0" anchor="ctr"/>
          <a:lstStyle/>
          <a:p>
            <a:pPr indent="0" marL="0">
              <a:buNone/>
            </a:pPr>
            <a:r>
              <a:rPr lang="en-US" sz="3000" i="1" dirty="0">
                <a:solidFill>
                  <a:schemeClr val="bg2"/>
                </a:solidFill>
              </a:rPr>
              <a:t>5 seeds that bring a good harvest</a:t>
            </a:r>
            <a:endParaRPr lang="en-US" sz="3000"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Statement"/>
          <p:cNvSpPr txBox="1"/>
          <p:nvPr/>
        </p:nvSpPr>
        <p:spPr>
          <a:xfrm>
            <a:off x="731520" y="914400"/>
            <a:ext cx="6675120" cy="4846320"/>
          </a:xfrm>
          <a:prstGeom prst="rect">
            <a:avLst/>
          </a:prstGeom>
          <a:noFill/>
          <a:ln/>
        </p:spPr>
        <p:txBody>
          <a:bodyPr wrap="square" lIns="0" tIns="0" rIns="0" bIns="0" rtlCol="0" anchor="ctr"/>
          <a:lstStyle/>
          <a:p>
            <a:pPr indent="0" marL="0">
              <a:lnSpc>
                <a:spcPct val="110000"/>
              </a:lnSpc>
              <a:buNone/>
            </a:pPr>
            <a:r>
              <a:rPr lang="en-US" sz="4000" dirty="0">
                <a:solidFill>
                  <a:schemeClr val="tx2"/>
                </a:solidFill>
                <a:latin typeface="Cambria" pitchFamily="34" charset="0"/>
                <a:ea typeface="Cambria" pitchFamily="34" charset="-122"/>
                <a:cs typeface="Cambria" pitchFamily="34" charset="-120"/>
              </a:rPr>
              <a:t>Now that we are healed and delivered from our old life, let us sow </a:t>
            </a:r>
            <a:pPr indent="0" marL="0">
              <a:lnSpc>
                <a:spcPct val="110000"/>
              </a:lnSpc>
              <a:buNone/>
            </a:pPr>
            <a:r>
              <a:rPr lang="en-US" sz="4000" b="1" dirty="0">
                <a:solidFill>
                  <a:schemeClr val="accent4"/>
                </a:solidFill>
                <a:latin typeface="Cambria" pitchFamily="34" charset="0"/>
                <a:ea typeface="Cambria" pitchFamily="34" charset="-122"/>
                <a:cs typeface="Cambria" pitchFamily="34" charset="-120"/>
              </a:rPr>
              <a:t>positive seeds</a:t>
            </a:r>
            <a:pPr indent="0" marL="0">
              <a:lnSpc>
                <a:spcPct val="110000"/>
              </a:lnSpc>
              <a:buNone/>
            </a:pPr>
            <a:r>
              <a:rPr lang="en-US" sz="4000" dirty="0">
                <a:solidFill>
                  <a:schemeClr val="tx2"/>
                </a:solidFill>
                <a:latin typeface="Cambria" pitchFamily="34" charset="0"/>
                <a:ea typeface="Cambria" pitchFamily="34" charset="-122"/>
                <a:cs typeface="Cambria" pitchFamily="34" charset="-120"/>
              </a:rPr>
              <a:t> to our family and friends.</a:t>
            </a:r>
            <a:endParaRPr lang="en-US" sz="4000" dirty="0"/>
          </a:p>
        </p:txBody>
      </p:sp>
      <p:pic>
        <p:nvPicPr>
          <p:cNvPr id="4" name="Sprout illustration" descr="/tmp/claude-0/-home-user-demohub/4e189e5a-9413-5c63-8621-9705e4931a88/scratchpad/deck/img/sprout.png">    </p:cNvPr>
          <p:cNvPicPr>
            <a:picLocks noChangeAspect="1"/>
          </p:cNvPicPr>
          <p:nvPr/>
        </p:nvPicPr>
        <p:blipFill>
          <a:blip r:embed="rId1"/>
          <a:stretch>
            <a:fillRect/>
          </a:stretch>
        </p:blipFill>
        <p:spPr>
          <a:xfrm>
            <a:off x="7818120" y="1143000"/>
            <a:ext cx="3931920" cy="3931920"/>
          </a:xfrm>
          <a:prstGeom prst="rect">
            <a:avLst/>
          </a:prstGeom>
        </p:spPr>
      </p:pic>
      <p:sp>
        <p:nvSpPr>
          <p:cNvPr id="25" name="Slide Number Placeholder 0"/>
          <p:cNvSpPr>
            <a:spLocks noGrp="1"/>
          </p:cNvSpPr>
          <p:nvPr>
            <p:ph type="sldNum" sz="quarter" idx="4294967295"/>
          </p:nvPr>
        </p:nvSpPr>
        <p:spPr>
          <a:xfrm>
            <a:off x="11201400" y="6355080"/>
            <a:ext cx="640080" cy="365760"/>
          </a:xfrm>
          <a:prstGeom prst="rect">
            <a:avLst/>
          </a:prstGeom>
          <a:extLst>
            <a:ext uri="{C572A759-6A51-4108-AA02-DFA0A04FC94B}">
              <ma14:wrappingTextBoxFlag xmlns:ma14="http://schemas.microsoft.com/office/mac/drawingml/2011/main" val="0"/>
            </a:ext>
          </a:extLst>
        </p:spPr>
        <p:txBody>
          <a:bodyPr/>
          <a:lstStyle>
            <a:lvl1pPr>
              <a:defRPr sz="1400">
                <a:solidFill>
                  <a:srgbClr val="5E7A64"/>
                </a:solidFill>
              </a:defRPr>
            </a:lvl1pPr>
          </a:lstStyle>
          <a:p>
            <a:pPr algn="r"/>
            <a:fld id="{F7021451-1387-4CA6-816F-3879F97B5CBC}" type="slidenum">
              <a:rPr b="0" lang="en-US"/>
              <a:t>2</a:t>
            </a:fld>
            <a:endParaRPr lang="en-US"/>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Quote mark"/>
          <p:cNvSpPr txBox="1"/>
          <p:nvPr/>
        </p:nvSpPr>
        <p:spPr>
          <a:xfrm>
            <a:off x="640080" y="228600"/>
            <a:ext cx="1463040" cy="1463040"/>
          </a:xfrm>
          <a:prstGeom prst="rect">
            <a:avLst/>
          </a:prstGeom>
          <a:noFill/>
          <a:ln/>
        </p:spPr>
        <p:txBody>
          <a:bodyPr wrap="square" lIns="0" tIns="0" rIns="0" bIns="0" rtlCol="0" anchor="ctr"/>
          <a:lstStyle/>
          <a:p>
            <a:pPr indent="0" marL="0">
              <a:buNone/>
            </a:pPr>
            <a:r>
              <a:rPr lang="en-US" sz="15000" b="1" dirty="0">
                <a:solidFill>
                  <a:schemeClr val="accent1"/>
                </a:solidFill>
                <a:latin typeface="Cambria" pitchFamily="34" charset="0"/>
                <a:ea typeface="Cambria" pitchFamily="34" charset="-122"/>
                <a:cs typeface="Cambria" pitchFamily="34" charset="-120"/>
              </a:rPr>
              <a:t>“</a:t>
            </a:r>
            <a:endParaRPr lang="en-US" sz="15000" dirty="0"/>
          </a:p>
        </p:txBody>
      </p:sp>
      <p:sp>
        <p:nvSpPr>
          <p:cNvPr id="4" name="Verse"/>
          <p:cNvSpPr txBox="1"/>
          <p:nvPr/>
        </p:nvSpPr>
        <p:spPr>
          <a:xfrm>
            <a:off x="822960" y="1280160"/>
            <a:ext cx="8229600" cy="4114800"/>
          </a:xfrm>
          <a:prstGeom prst="rect">
            <a:avLst/>
          </a:prstGeom>
          <a:noFill/>
          <a:ln/>
        </p:spPr>
        <p:txBody>
          <a:bodyPr wrap="square" lIns="0" tIns="0" rIns="0" bIns="0" rtlCol="0" anchor="ctr"/>
          <a:lstStyle/>
          <a:p>
            <a:pPr indent="0" marL="0">
              <a:lnSpc>
                <a:spcPct val="108000"/>
              </a:lnSpc>
              <a:spcAft>
                <a:spcPts val="600"/>
              </a:spcAft>
              <a:buNone/>
            </a:pPr>
            <a:r>
              <a:rPr lang="en-US" sz="5000" dirty="0">
                <a:solidFill>
                  <a:schemeClr val="bg1"/>
                </a:solidFill>
                <a:latin typeface="Cambria" pitchFamily="34" charset="0"/>
                <a:ea typeface="Cambria" pitchFamily="34" charset="-122"/>
                <a:cs typeface="Cambria" pitchFamily="34" charset="-120"/>
              </a:rPr>
              <a:t>Do not be deceived: God cannot be mocked. </a:t>
            </a:r>
            <a:pPr indent="0" marL="0">
              <a:lnSpc>
                <a:spcPct val="108000"/>
              </a:lnSpc>
              <a:spcAft>
                <a:spcPts val="600"/>
              </a:spcAft>
              <a:buNone/>
            </a:pPr>
            <a:r>
              <a:rPr lang="en-US" sz="5000" b="1" dirty="0">
                <a:solidFill>
                  <a:schemeClr val="accent1"/>
                </a:solidFill>
                <a:latin typeface="Cambria" pitchFamily="34" charset="0"/>
                <a:ea typeface="Cambria" pitchFamily="34" charset="-122"/>
                <a:cs typeface="Cambria" pitchFamily="34" charset="-120"/>
              </a:rPr>
              <a:t>A man reaps what he sows.</a:t>
            </a:r>
            <a:endParaRPr lang="en-US" sz="5000" dirty="0"/>
          </a:p>
        </p:txBody>
      </p:sp>
      <p:sp>
        <p:nvSpPr>
          <p:cNvPr id="5" name="Reference"/>
          <p:cNvSpPr txBox="1"/>
          <p:nvPr/>
        </p:nvSpPr>
        <p:spPr>
          <a:xfrm>
            <a:off x="822960" y="5532120"/>
            <a:ext cx="8229600" cy="640080"/>
          </a:xfrm>
          <a:prstGeom prst="rect">
            <a:avLst/>
          </a:prstGeom>
          <a:noFill/>
          <a:ln/>
        </p:spPr>
        <p:txBody>
          <a:bodyPr wrap="square" lIns="0" tIns="0" rIns="0" bIns="0" rtlCol="0" anchor="ctr"/>
          <a:lstStyle/>
          <a:p>
            <a:pPr indent="0" marL="0">
              <a:buNone/>
            </a:pPr>
            <a:r>
              <a:rPr lang="en-US" sz="2800" b="1" dirty="0">
                <a:solidFill>
                  <a:schemeClr val="accent1"/>
                </a:solidFill>
              </a:rPr>
              <a:t>— Galatians 6:7 (NIV)</a:t>
            </a:r>
            <a:endParaRPr lang="en-US" sz="2800" dirty="0"/>
          </a:p>
        </p:txBody>
      </p:sp>
      <p:sp>
        <p:nvSpPr>
          <p:cNvPr id="6" name="Verse icon"/>
          <p:cNvSpPr/>
          <p:nvPr/>
        </p:nvSpPr>
        <p:spPr>
          <a:xfrm>
            <a:off x="9418320" y="2240280"/>
            <a:ext cx="2286000" cy="2286000"/>
          </a:xfrm>
          <a:prstGeom prst="ellipse">
            <a:avLst/>
          </a:prstGeom>
          <a:solidFill>
            <a:schemeClr val="accent1"/>
          </a:solidFill>
          <a:ln/>
        </p:spPr>
      </p:sp>
      <p:pic>
        <p:nvPicPr>
          <p:cNvPr id="7" name="Verse icon glyph" descr="preencoded.png">    </p:cNvPr>
          <p:cNvPicPr>
            <a:picLocks noChangeAspect="1"/>
          </p:cNvPicPr>
          <p:nvPr/>
        </p:nvPicPr>
        <p:blipFill>
          <a:blip r:embed="rId1"/>
          <a:stretch>
            <a:fillRect/>
          </a:stretch>
        </p:blipFill>
        <p:spPr>
          <a:xfrm>
            <a:off x="9966960" y="2788920"/>
            <a:ext cx="1188720" cy="1188720"/>
          </a:xfrm>
          <a:prstGeom prst="rect">
            <a:avLst/>
          </a:prstGeom>
        </p:spPr>
      </p:pic>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0"/>
          <p:cNvSpPr/>
          <p:nvPr>
            <p:ph idx="100" type="title" hasCustomPrompt="1"/>
          </p:nvPr>
        </p:nvSpPr>
        <p:spPr>
          <a:xfrm>
            <a:off x="548640" y="320040"/>
            <a:ext cx="11064240" cy="1005840"/>
          </a:xfrm>
          <a:prstGeom prst="rect">
            <a:avLst/>
          </a:prstGeom>
          <a:noFill/>
          <a:ln/>
        </p:spPr>
        <p:txBody>
          <a:bodyPr wrap="square" lIns="0" tIns="0" rIns="0" bIns="0" rtlCol="0" anchor="ctr"/>
          <a:lstStyle/>
          <a:p>
            <a:pPr indent="0" marL="0">
              <a:buNone/>
            </a:pPr>
            <a:r>
              <a:rPr lang="en-US" sz="4000" b="1" dirty="0">
                <a:solidFill>
                  <a:schemeClr val="tx2"/>
                </a:solidFill>
              </a:rPr>
              <a:t>Sow positive things, reap a good harvest</a:t>
            </a:r>
            <a:endParaRPr lang="en-US" sz="4000" dirty="0"/>
          </a:p>
        </p:txBody>
      </p:sp>
      <p:pic>
        <p:nvPicPr>
          <p:cNvPr id="4" name="SOW illustration" descr="/tmp/claude-0/-home-user-demohub/4e189e5a-9413-5c63-8621-9705e4931a88/scratchpad/deck/img/seed.png">    </p:cNvPr>
          <p:cNvPicPr>
            <a:picLocks noChangeAspect="1"/>
          </p:cNvPicPr>
          <p:nvPr/>
        </p:nvPicPr>
        <p:blipFill>
          <a:blip r:embed="rId1"/>
          <a:stretch>
            <a:fillRect/>
          </a:stretch>
        </p:blipFill>
        <p:spPr>
          <a:xfrm>
            <a:off x="731520" y="1600200"/>
            <a:ext cx="2651760" cy="2651760"/>
          </a:xfrm>
          <a:prstGeom prst="rect">
            <a:avLst/>
          </a:prstGeom>
        </p:spPr>
      </p:pic>
      <p:sp>
        <p:nvSpPr>
          <p:cNvPr id="5" name="Text 1"/>
          <p:cNvSpPr txBox="1"/>
          <p:nvPr/>
        </p:nvSpPr>
        <p:spPr>
          <a:xfrm>
            <a:off x="320040" y="4434840"/>
            <a:ext cx="3474720" cy="594360"/>
          </a:xfrm>
          <a:prstGeom prst="rect">
            <a:avLst/>
          </a:prstGeom>
          <a:noFill/>
          <a:ln/>
        </p:spPr>
        <p:txBody>
          <a:bodyPr wrap="square" lIns="0" tIns="0" rIns="0" bIns="0" rtlCol="0" anchor="ctr"/>
          <a:lstStyle/>
          <a:p>
            <a:pPr algn="ctr" indent="0" marL="0">
              <a:buNone/>
            </a:pPr>
            <a:r>
              <a:rPr lang="en-US" sz="3400" b="1" spc="400" kern="0" dirty="0">
                <a:solidFill>
                  <a:schemeClr val="tx2"/>
                </a:solidFill>
              </a:rPr>
              <a:t>SOW</a:t>
            </a:r>
            <a:endParaRPr lang="en-US" sz="3400" dirty="0"/>
          </a:p>
        </p:txBody>
      </p:sp>
      <p:sp>
        <p:nvSpPr>
          <p:cNvPr id="6" name="Text 2"/>
          <p:cNvSpPr txBox="1"/>
          <p:nvPr/>
        </p:nvSpPr>
        <p:spPr>
          <a:xfrm>
            <a:off x="320040" y="5029200"/>
            <a:ext cx="3474720" cy="548640"/>
          </a:xfrm>
          <a:prstGeom prst="rect">
            <a:avLst/>
          </a:prstGeom>
          <a:noFill/>
          <a:ln/>
        </p:spPr>
        <p:txBody>
          <a:bodyPr wrap="square" lIns="0" tIns="0" rIns="0" bIns="0" rtlCol="0" anchor="ctr"/>
          <a:lstStyle/>
          <a:p>
            <a:pPr algn="ctr" indent="0" marL="0">
              <a:buNone/>
            </a:pPr>
            <a:r>
              <a:rPr lang="en-US" sz="2400" dirty="0">
                <a:solidFill>
                  <a:schemeClr val="tx1"/>
                </a:solidFill>
              </a:rPr>
              <a:t>Plant positive seeds</a:t>
            </a:r>
            <a:endParaRPr lang="en-US" sz="2400" dirty="0"/>
          </a:p>
        </p:txBody>
      </p:sp>
      <p:pic>
        <p:nvPicPr>
          <p:cNvPr id="7" name="Arrow" descr="preencoded.png">    </p:cNvPr>
          <p:cNvPicPr>
            <a:picLocks noChangeAspect="1"/>
          </p:cNvPicPr>
          <p:nvPr/>
        </p:nvPicPr>
        <p:blipFill>
          <a:blip r:embed="rId2"/>
          <a:stretch>
            <a:fillRect/>
          </a:stretch>
        </p:blipFill>
        <p:spPr>
          <a:xfrm>
            <a:off x="3749040" y="2606040"/>
            <a:ext cx="640080" cy="640080"/>
          </a:xfrm>
          <a:prstGeom prst="rect">
            <a:avLst/>
          </a:prstGeom>
        </p:spPr>
      </p:pic>
      <p:pic>
        <p:nvPicPr>
          <p:cNvPr id="8" name="GROW illustration" descr="/tmp/claude-0/-home-user-demohub/4e189e5a-9413-5c63-8621-9705e4931a88/scratchpad/deck/img/sprout.png">    </p:cNvPr>
          <p:cNvPicPr>
            <a:picLocks noChangeAspect="1"/>
          </p:cNvPicPr>
          <p:nvPr/>
        </p:nvPicPr>
        <p:blipFill>
          <a:blip r:embed="rId3"/>
          <a:stretch>
            <a:fillRect/>
          </a:stretch>
        </p:blipFill>
        <p:spPr>
          <a:xfrm>
            <a:off x="4773168" y="1600200"/>
            <a:ext cx="2651760" cy="2651760"/>
          </a:xfrm>
          <a:prstGeom prst="rect">
            <a:avLst/>
          </a:prstGeom>
        </p:spPr>
      </p:pic>
      <p:sp>
        <p:nvSpPr>
          <p:cNvPr id="9" name="Text 3"/>
          <p:cNvSpPr txBox="1"/>
          <p:nvPr/>
        </p:nvSpPr>
        <p:spPr>
          <a:xfrm>
            <a:off x="4361688" y="4434840"/>
            <a:ext cx="3474720" cy="594360"/>
          </a:xfrm>
          <a:prstGeom prst="rect">
            <a:avLst/>
          </a:prstGeom>
          <a:noFill/>
          <a:ln/>
        </p:spPr>
        <p:txBody>
          <a:bodyPr wrap="square" lIns="0" tIns="0" rIns="0" bIns="0" rtlCol="0" anchor="ctr"/>
          <a:lstStyle/>
          <a:p>
            <a:pPr algn="ctr" indent="0" marL="0">
              <a:buNone/>
            </a:pPr>
            <a:r>
              <a:rPr lang="en-US" sz="3400" b="1" spc="400" kern="0" dirty="0">
                <a:solidFill>
                  <a:schemeClr val="tx2"/>
                </a:solidFill>
              </a:rPr>
              <a:t>GROW</a:t>
            </a:r>
            <a:endParaRPr lang="en-US" sz="3400" dirty="0"/>
          </a:p>
        </p:txBody>
      </p:sp>
      <p:sp>
        <p:nvSpPr>
          <p:cNvPr id="10" name="Text 4"/>
          <p:cNvSpPr txBox="1"/>
          <p:nvPr/>
        </p:nvSpPr>
        <p:spPr>
          <a:xfrm>
            <a:off x="4361688" y="5029200"/>
            <a:ext cx="3474720" cy="548640"/>
          </a:xfrm>
          <a:prstGeom prst="rect">
            <a:avLst/>
          </a:prstGeom>
          <a:noFill/>
          <a:ln/>
        </p:spPr>
        <p:txBody>
          <a:bodyPr wrap="square" lIns="0" tIns="0" rIns="0" bIns="0" rtlCol="0" anchor="ctr"/>
          <a:lstStyle/>
          <a:p>
            <a:pPr algn="ctr" indent="0" marL="0">
              <a:buNone/>
            </a:pPr>
            <a:r>
              <a:rPr lang="en-US" sz="2400" dirty="0">
                <a:solidFill>
                  <a:schemeClr val="tx1"/>
                </a:solidFill>
              </a:rPr>
              <a:t>Live it every day</a:t>
            </a:r>
            <a:endParaRPr lang="en-US" sz="2400" dirty="0"/>
          </a:p>
        </p:txBody>
      </p:sp>
      <p:pic>
        <p:nvPicPr>
          <p:cNvPr id="11" name="Arrow" descr="preencoded.png">    </p:cNvPr>
          <p:cNvPicPr>
            <a:picLocks noChangeAspect="1"/>
          </p:cNvPicPr>
          <p:nvPr/>
        </p:nvPicPr>
        <p:blipFill>
          <a:blip r:embed="rId4"/>
          <a:stretch>
            <a:fillRect/>
          </a:stretch>
        </p:blipFill>
        <p:spPr>
          <a:xfrm>
            <a:off x="7790688" y="2606040"/>
            <a:ext cx="640080" cy="640080"/>
          </a:xfrm>
          <a:prstGeom prst="rect">
            <a:avLst/>
          </a:prstGeom>
        </p:spPr>
      </p:pic>
      <p:pic>
        <p:nvPicPr>
          <p:cNvPr id="12" name="REAP illustration" descr="/tmp/claude-0/-home-user-demohub/4e189e5a-9413-5c63-8621-9705e4931a88/scratchpad/deck/img/wheat.png">    </p:cNvPr>
          <p:cNvPicPr>
            <a:picLocks noChangeAspect="1"/>
          </p:cNvPicPr>
          <p:nvPr/>
        </p:nvPicPr>
        <p:blipFill>
          <a:blip r:embed="rId5"/>
          <a:stretch>
            <a:fillRect/>
          </a:stretch>
        </p:blipFill>
        <p:spPr>
          <a:xfrm>
            <a:off x="8814816" y="1600200"/>
            <a:ext cx="2651760" cy="2651760"/>
          </a:xfrm>
          <a:prstGeom prst="rect">
            <a:avLst/>
          </a:prstGeom>
        </p:spPr>
      </p:pic>
      <p:sp>
        <p:nvSpPr>
          <p:cNvPr id="13" name="Text 5"/>
          <p:cNvSpPr txBox="1"/>
          <p:nvPr/>
        </p:nvSpPr>
        <p:spPr>
          <a:xfrm>
            <a:off x="8403336" y="4434840"/>
            <a:ext cx="3474720" cy="594360"/>
          </a:xfrm>
          <a:prstGeom prst="rect">
            <a:avLst/>
          </a:prstGeom>
          <a:noFill/>
          <a:ln/>
        </p:spPr>
        <p:txBody>
          <a:bodyPr wrap="square" lIns="0" tIns="0" rIns="0" bIns="0" rtlCol="0" anchor="ctr"/>
          <a:lstStyle/>
          <a:p>
            <a:pPr algn="ctr" indent="0" marL="0">
              <a:buNone/>
            </a:pPr>
            <a:r>
              <a:rPr lang="en-US" sz="3400" b="1" spc="400" kern="0" dirty="0">
                <a:solidFill>
                  <a:schemeClr val="tx2"/>
                </a:solidFill>
              </a:rPr>
              <a:t>REAP</a:t>
            </a:r>
            <a:endParaRPr lang="en-US" sz="3400" dirty="0"/>
          </a:p>
        </p:txBody>
      </p:sp>
      <p:sp>
        <p:nvSpPr>
          <p:cNvPr id="14" name="Text 6"/>
          <p:cNvSpPr txBox="1"/>
          <p:nvPr/>
        </p:nvSpPr>
        <p:spPr>
          <a:xfrm>
            <a:off x="8403336" y="5029200"/>
            <a:ext cx="3474720" cy="548640"/>
          </a:xfrm>
          <a:prstGeom prst="rect">
            <a:avLst/>
          </a:prstGeom>
          <a:noFill/>
          <a:ln/>
        </p:spPr>
        <p:txBody>
          <a:bodyPr wrap="square" lIns="0" tIns="0" rIns="0" bIns="0" rtlCol="0" anchor="ctr"/>
          <a:lstStyle/>
          <a:p>
            <a:pPr algn="ctr" indent="0" marL="0">
              <a:buNone/>
            </a:pPr>
            <a:r>
              <a:rPr lang="en-US" sz="2400" dirty="0">
                <a:solidFill>
                  <a:schemeClr val="tx1"/>
                </a:solidFill>
              </a:rPr>
              <a:t>Enjoy a good harvest</a:t>
            </a:r>
            <a:endParaRPr lang="en-US" sz="2400" dirty="0"/>
          </a:p>
        </p:txBody>
      </p:sp>
      <p:sp>
        <p:nvSpPr>
          <p:cNvPr id="25" name="Slide Number Placeholder 0"/>
          <p:cNvSpPr>
            <a:spLocks noGrp="1"/>
          </p:cNvSpPr>
          <p:nvPr>
            <p:ph type="sldNum" sz="quarter" idx="4294967295"/>
          </p:nvPr>
        </p:nvSpPr>
        <p:spPr>
          <a:xfrm>
            <a:off x="11201400" y="6355080"/>
            <a:ext cx="640080" cy="365760"/>
          </a:xfrm>
          <a:prstGeom prst="rect">
            <a:avLst/>
          </a:prstGeom>
          <a:extLst>
            <a:ext uri="{C572A759-6A51-4108-AA02-DFA0A04FC94B}">
              <ma14:wrappingTextBoxFlag xmlns:ma14="http://schemas.microsoft.com/office/mac/drawingml/2011/main" val="0"/>
            </a:ext>
          </a:extLst>
        </p:spPr>
        <p:txBody>
          <a:bodyPr/>
          <a:lstStyle>
            <a:lvl1pPr>
              <a:defRPr sz="1400">
                <a:solidFill>
                  <a:srgbClr val="5E7A64"/>
                </a:solidFill>
              </a:defRPr>
            </a:lvl1pPr>
          </a:lstStyle>
          <a:p>
            <a:pPr algn="r"/>
            <a:fld id="{F7021451-1387-4CA6-816F-3879F97B5CBC}" type="slidenum">
              <a:rPr b="0" lang="en-US"/>
              <a:t>4</a:t>
            </a:fld>
            <a:endParaRPr lang="en-US"/>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0"/>
          <p:cNvSpPr/>
          <p:nvPr>
            <p:ph idx="100" type="title" hasCustomPrompt="1"/>
          </p:nvPr>
        </p:nvSpPr>
        <p:spPr>
          <a:xfrm>
            <a:off x="548640" y="320040"/>
            <a:ext cx="11064240" cy="1005840"/>
          </a:xfrm>
          <a:prstGeom prst="rect">
            <a:avLst/>
          </a:prstGeom>
          <a:noFill/>
          <a:ln/>
        </p:spPr>
        <p:txBody>
          <a:bodyPr wrap="square" lIns="0" tIns="0" rIns="0" bIns="0" rtlCol="0" anchor="ctr"/>
          <a:lstStyle/>
          <a:p>
            <a:pPr indent="0" marL="0">
              <a:buNone/>
            </a:pPr>
            <a:r>
              <a:rPr lang="en-US" sz="4000" b="1" dirty="0">
                <a:solidFill>
                  <a:schemeClr val="tx2"/>
                </a:solidFill>
              </a:rPr>
              <a:t>Here are 5 things we can start to sow</a:t>
            </a:r>
            <a:endParaRPr lang="en-US" sz="4000" dirty="0"/>
          </a:p>
        </p:txBody>
      </p:sp>
      <p:sp>
        <p:nvSpPr>
          <p:cNvPr id="4" name="Positive Attitudes card"/>
          <p:cNvSpPr/>
          <p:nvPr/>
        </p:nvSpPr>
        <p:spPr>
          <a:xfrm>
            <a:off x="548640" y="1600200"/>
            <a:ext cx="2048256" cy="4343400"/>
          </a:xfrm>
          <a:prstGeom prst="roundRect">
            <a:avLst>
              <a:gd name="adj" fmla="val 8929"/>
            </a:avLst>
          </a:prstGeom>
          <a:solidFill>
            <a:schemeClr val="bg1"/>
          </a:solidFill>
          <a:ln w="12700">
            <a:solidFill>
              <a:srgbClr val="DCEBD5"/>
            </a:solidFill>
            <a:prstDash val="solid"/>
          </a:ln>
          <a:effectLst>
            <a:outerShdw sx="100000" sy="100000" kx="0" ky="0" algn="bl" rotWithShape="0" blurRad="127000" dist="38100" dir="5400000">
              <a:srgbClr val="1E4D2B">
                <a:alpha val="18000"/>
              </a:srgbClr>
            </a:outerShdw>
          </a:effectLst>
        </p:spPr>
      </p:sp>
      <p:sp>
        <p:nvSpPr>
          <p:cNvPr id="5" name="Positive Attitudes icon"/>
          <p:cNvSpPr/>
          <p:nvPr/>
        </p:nvSpPr>
        <p:spPr>
          <a:xfrm>
            <a:off x="886968" y="1920240"/>
            <a:ext cx="1371600" cy="1371600"/>
          </a:xfrm>
          <a:prstGeom prst="ellipse">
            <a:avLst/>
          </a:prstGeom>
          <a:solidFill>
            <a:schemeClr val="accent1"/>
          </a:solidFill>
          <a:ln/>
        </p:spPr>
      </p:sp>
      <p:pic>
        <p:nvPicPr>
          <p:cNvPr id="6" name="Positive Attitudes icon glyph" descr="preencoded.png">    </p:cNvPr>
          <p:cNvPicPr>
            <a:picLocks noChangeAspect="1"/>
          </p:cNvPicPr>
          <p:nvPr/>
        </p:nvPicPr>
        <p:blipFill>
          <a:blip r:embed="rId1"/>
          <a:stretch>
            <a:fillRect/>
          </a:stretch>
        </p:blipFill>
        <p:spPr>
          <a:xfrm>
            <a:off x="1216152" y="2249424"/>
            <a:ext cx="713232" cy="713232"/>
          </a:xfrm>
          <a:prstGeom prst="rect">
            <a:avLst/>
          </a:prstGeom>
        </p:spPr>
      </p:pic>
      <p:sp>
        <p:nvSpPr>
          <p:cNvPr id="7" name="Text 3"/>
          <p:cNvSpPr txBox="1"/>
          <p:nvPr/>
        </p:nvSpPr>
        <p:spPr>
          <a:xfrm>
            <a:off x="548640" y="3429000"/>
            <a:ext cx="2048256" cy="822960"/>
          </a:xfrm>
          <a:prstGeom prst="rect">
            <a:avLst/>
          </a:prstGeom>
          <a:noFill/>
          <a:ln/>
        </p:spPr>
        <p:txBody>
          <a:bodyPr wrap="square" lIns="0" tIns="0" rIns="0" bIns="0" rtlCol="0" anchor="ctr"/>
          <a:lstStyle/>
          <a:p>
            <a:pPr algn="ctr" indent="0" marL="0">
              <a:buNone/>
            </a:pPr>
            <a:r>
              <a:rPr lang="en-US" sz="4800" b="1" dirty="0">
                <a:solidFill>
                  <a:schemeClr val="accent1"/>
                </a:solidFill>
                <a:latin typeface="Cambria" pitchFamily="34" charset="0"/>
                <a:ea typeface="Cambria" pitchFamily="34" charset="-122"/>
                <a:cs typeface="Cambria" pitchFamily="34" charset="-120"/>
              </a:rPr>
              <a:t>1</a:t>
            </a:r>
            <a:endParaRPr lang="en-US" sz="4800" dirty="0"/>
          </a:p>
        </p:txBody>
      </p:sp>
      <p:sp>
        <p:nvSpPr>
          <p:cNvPr id="8" name="Text 4"/>
          <p:cNvSpPr txBox="1"/>
          <p:nvPr/>
        </p:nvSpPr>
        <p:spPr>
          <a:xfrm>
            <a:off x="621792" y="4297680"/>
            <a:ext cx="1901952" cy="1280160"/>
          </a:xfrm>
          <a:prstGeom prst="rect">
            <a:avLst/>
          </a:prstGeom>
          <a:noFill/>
          <a:ln/>
        </p:spPr>
        <p:txBody>
          <a:bodyPr wrap="square" lIns="0" tIns="0" rIns="0" bIns="0" rtlCol="0" anchor="t"/>
          <a:lstStyle/>
          <a:p>
            <a:pPr algn="ctr" indent="0" marL="0">
              <a:buNone/>
            </a:pPr>
            <a:r>
              <a:rPr lang="en-US" sz="2400" b="1" dirty="0">
                <a:solidFill>
                  <a:schemeClr val="tx2"/>
                </a:solidFill>
              </a:rPr>
              <a:t>Positive Attitudes</a:t>
            </a:r>
            <a:endParaRPr lang="en-US" sz="2400" dirty="0"/>
          </a:p>
        </p:txBody>
      </p:sp>
      <p:sp>
        <p:nvSpPr>
          <p:cNvPr id="9" name="Integrity card"/>
          <p:cNvSpPr/>
          <p:nvPr/>
        </p:nvSpPr>
        <p:spPr>
          <a:xfrm>
            <a:off x="2816352" y="1600200"/>
            <a:ext cx="2048256" cy="4343400"/>
          </a:xfrm>
          <a:prstGeom prst="roundRect">
            <a:avLst>
              <a:gd name="adj" fmla="val 8929"/>
            </a:avLst>
          </a:prstGeom>
          <a:solidFill>
            <a:schemeClr val="bg1"/>
          </a:solidFill>
          <a:ln w="12700">
            <a:solidFill>
              <a:srgbClr val="DCEBD5"/>
            </a:solidFill>
            <a:prstDash val="solid"/>
          </a:ln>
          <a:effectLst>
            <a:outerShdw sx="100000" sy="100000" kx="0" ky="0" algn="bl" rotWithShape="0" blurRad="127000" dist="38100" dir="5400000">
              <a:srgbClr val="1E4D2B">
                <a:alpha val="18000"/>
              </a:srgbClr>
            </a:outerShdw>
          </a:effectLst>
        </p:spPr>
      </p:sp>
      <p:sp>
        <p:nvSpPr>
          <p:cNvPr id="10" name="Integrity icon"/>
          <p:cNvSpPr/>
          <p:nvPr/>
        </p:nvSpPr>
        <p:spPr>
          <a:xfrm>
            <a:off x="3154680" y="1920240"/>
            <a:ext cx="1371600" cy="1371600"/>
          </a:xfrm>
          <a:prstGeom prst="ellipse">
            <a:avLst/>
          </a:prstGeom>
          <a:solidFill>
            <a:schemeClr val="accent2"/>
          </a:solidFill>
          <a:ln/>
        </p:spPr>
      </p:sp>
      <p:pic>
        <p:nvPicPr>
          <p:cNvPr id="11" name="Integrity icon glyph" descr="preencoded.png">    </p:cNvPr>
          <p:cNvPicPr>
            <a:picLocks noChangeAspect="1"/>
          </p:cNvPicPr>
          <p:nvPr/>
        </p:nvPicPr>
        <p:blipFill>
          <a:blip r:embed="rId2"/>
          <a:stretch>
            <a:fillRect/>
          </a:stretch>
        </p:blipFill>
        <p:spPr>
          <a:xfrm>
            <a:off x="3483864" y="2249424"/>
            <a:ext cx="713232" cy="713232"/>
          </a:xfrm>
          <a:prstGeom prst="rect">
            <a:avLst/>
          </a:prstGeom>
        </p:spPr>
      </p:pic>
      <p:sp>
        <p:nvSpPr>
          <p:cNvPr id="12" name="Text 7"/>
          <p:cNvSpPr txBox="1"/>
          <p:nvPr/>
        </p:nvSpPr>
        <p:spPr>
          <a:xfrm>
            <a:off x="2816352" y="3429000"/>
            <a:ext cx="2048256" cy="822960"/>
          </a:xfrm>
          <a:prstGeom prst="rect">
            <a:avLst/>
          </a:prstGeom>
          <a:noFill/>
          <a:ln/>
        </p:spPr>
        <p:txBody>
          <a:bodyPr wrap="square" lIns="0" tIns="0" rIns="0" bIns="0" rtlCol="0" anchor="ctr"/>
          <a:lstStyle/>
          <a:p>
            <a:pPr algn="ctr" indent="0" marL="0">
              <a:buNone/>
            </a:pPr>
            <a:r>
              <a:rPr lang="en-US" sz="4800" b="1" dirty="0">
                <a:solidFill>
                  <a:schemeClr val="accent2"/>
                </a:solidFill>
                <a:latin typeface="Cambria" pitchFamily="34" charset="0"/>
                <a:ea typeface="Cambria" pitchFamily="34" charset="-122"/>
                <a:cs typeface="Cambria" pitchFamily="34" charset="-120"/>
              </a:rPr>
              <a:t>2</a:t>
            </a:r>
            <a:endParaRPr lang="en-US" sz="4800" dirty="0"/>
          </a:p>
        </p:txBody>
      </p:sp>
      <p:sp>
        <p:nvSpPr>
          <p:cNvPr id="13" name="Text 8"/>
          <p:cNvSpPr txBox="1"/>
          <p:nvPr/>
        </p:nvSpPr>
        <p:spPr>
          <a:xfrm>
            <a:off x="2889504" y="4297680"/>
            <a:ext cx="1901952" cy="1280160"/>
          </a:xfrm>
          <a:prstGeom prst="rect">
            <a:avLst/>
          </a:prstGeom>
          <a:noFill/>
          <a:ln/>
        </p:spPr>
        <p:txBody>
          <a:bodyPr wrap="square" lIns="0" tIns="0" rIns="0" bIns="0" rtlCol="0" anchor="t"/>
          <a:lstStyle/>
          <a:p>
            <a:pPr algn="ctr" indent="0" marL="0">
              <a:buNone/>
            </a:pPr>
            <a:r>
              <a:rPr lang="en-US" sz="2400" b="1" dirty="0">
                <a:solidFill>
                  <a:schemeClr val="tx2"/>
                </a:solidFill>
              </a:rPr>
              <a:t>Integrity</a:t>
            </a:r>
            <a:endParaRPr lang="en-US" sz="2400" dirty="0"/>
          </a:p>
        </p:txBody>
      </p:sp>
      <p:sp>
        <p:nvSpPr>
          <p:cNvPr id="14" name="Spirituality card"/>
          <p:cNvSpPr/>
          <p:nvPr/>
        </p:nvSpPr>
        <p:spPr>
          <a:xfrm>
            <a:off x="5084064" y="1600200"/>
            <a:ext cx="2048256" cy="4343400"/>
          </a:xfrm>
          <a:prstGeom prst="roundRect">
            <a:avLst>
              <a:gd name="adj" fmla="val 8929"/>
            </a:avLst>
          </a:prstGeom>
          <a:solidFill>
            <a:schemeClr val="bg1"/>
          </a:solidFill>
          <a:ln w="12700">
            <a:solidFill>
              <a:srgbClr val="DCEBD5"/>
            </a:solidFill>
            <a:prstDash val="solid"/>
          </a:ln>
          <a:effectLst>
            <a:outerShdw sx="100000" sy="100000" kx="0" ky="0" algn="bl" rotWithShape="0" blurRad="127000" dist="38100" dir="5400000">
              <a:srgbClr val="1E4D2B">
                <a:alpha val="18000"/>
              </a:srgbClr>
            </a:outerShdw>
          </a:effectLst>
        </p:spPr>
      </p:sp>
      <p:sp>
        <p:nvSpPr>
          <p:cNvPr id="15" name="Spirituality icon"/>
          <p:cNvSpPr/>
          <p:nvPr/>
        </p:nvSpPr>
        <p:spPr>
          <a:xfrm>
            <a:off x="5422392" y="1920240"/>
            <a:ext cx="1371600" cy="1371600"/>
          </a:xfrm>
          <a:prstGeom prst="ellipse">
            <a:avLst/>
          </a:prstGeom>
          <a:solidFill>
            <a:schemeClr val="accent3"/>
          </a:solidFill>
          <a:ln/>
        </p:spPr>
      </p:sp>
      <p:pic>
        <p:nvPicPr>
          <p:cNvPr id="16" name="Spirituality icon glyph" descr="preencoded.png">    </p:cNvPr>
          <p:cNvPicPr>
            <a:picLocks noChangeAspect="1"/>
          </p:cNvPicPr>
          <p:nvPr/>
        </p:nvPicPr>
        <p:blipFill>
          <a:blip r:embed="rId3"/>
          <a:stretch>
            <a:fillRect/>
          </a:stretch>
        </p:blipFill>
        <p:spPr>
          <a:xfrm>
            <a:off x="5751576" y="2249424"/>
            <a:ext cx="713232" cy="713232"/>
          </a:xfrm>
          <a:prstGeom prst="rect">
            <a:avLst/>
          </a:prstGeom>
        </p:spPr>
      </p:pic>
      <p:sp>
        <p:nvSpPr>
          <p:cNvPr id="17" name="Text 11"/>
          <p:cNvSpPr txBox="1"/>
          <p:nvPr/>
        </p:nvSpPr>
        <p:spPr>
          <a:xfrm>
            <a:off x="5084064" y="3429000"/>
            <a:ext cx="2048256" cy="822960"/>
          </a:xfrm>
          <a:prstGeom prst="rect">
            <a:avLst/>
          </a:prstGeom>
          <a:noFill/>
          <a:ln/>
        </p:spPr>
        <p:txBody>
          <a:bodyPr wrap="square" lIns="0" tIns="0" rIns="0" bIns="0" rtlCol="0" anchor="ctr"/>
          <a:lstStyle/>
          <a:p>
            <a:pPr algn="ctr" indent="0" marL="0">
              <a:buNone/>
            </a:pPr>
            <a:r>
              <a:rPr lang="en-US" sz="4800" b="1" dirty="0">
                <a:solidFill>
                  <a:schemeClr val="accent3"/>
                </a:solidFill>
                <a:latin typeface="Cambria" pitchFamily="34" charset="0"/>
                <a:ea typeface="Cambria" pitchFamily="34" charset="-122"/>
                <a:cs typeface="Cambria" pitchFamily="34" charset="-120"/>
              </a:rPr>
              <a:t>3</a:t>
            </a:r>
            <a:endParaRPr lang="en-US" sz="4800" dirty="0"/>
          </a:p>
        </p:txBody>
      </p:sp>
      <p:sp>
        <p:nvSpPr>
          <p:cNvPr id="18" name="Text 12"/>
          <p:cNvSpPr txBox="1"/>
          <p:nvPr/>
        </p:nvSpPr>
        <p:spPr>
          <a:xfrm>
            <a:off x="5157216" y="4297680"/>
            <a:ext cx="1901952" cy="1280160"/>
          </a:xfrm>
          <a:prstGeom prst="rect">
            <a:avLst/>
          </a:prstGeom>
          <a:noFill/>
          <a:ln/>
        </p:spPr>
        <p:txBody>
          <a:bodyPr wrap="square" lIns="0" tIns="0" rIns="0" bIns="0" rtlCol="0" anchor="t"/>
          <a:lstStyle/>
          <a:p>
            <a:pPr algn="ctr" indent="0" marL="0">
              <a:buNone/>
            </a:pPr>
            <a:r>
              <a:rPr lang="en-US" sz="2400" b="1" dirty="0">
                <a:solidFill>
                  <a:schemeClr val="tx2"/>
                </a:solidFill>
              </a:rPr>
              <a:t>Spirituality</a:t>
            </a:r>
            <a:endParaRPr lang="en-US" sz="2400" dirty="0"/>
          </a:p>
        </p:txBody>
      </p:sp>
      <p:sp>
        <p:nvSpPr>
          <p:cNvPr id="19" name="Discipline card"/>
          <p:cNvSpPr/>
          <p:nvPr/>
        </p:nvSpPr>
        <p:spPr>
          <a:xfrm>
            <a:off x="7351776" y="1600200"/>
            <a:ext cx="2048256" cy="4343400"/>
          </a:xfrm>
          <a:prstGeom prst="roundRect">
            <a:avLst>
              <a:gd name="adj" fmla="val 8929"/>
            </a:avLst>
          </a:prstGeom>
          <a:solidFill>
            <a:schemeClr val="bg1"/>
          </a:solidFill>
          <a:ln w="12700">
            <a:solidFill>
              <a:srgbClr val="DCEBD5"/>
            </a:solidFill>
            <a:prstDash val="solid"/>
          </a:ln>
          <a:effectLst>
            <a:outerShdw sx="100000" sy="100000" kx="0" ky="0" algn="bl" rotWithShape="0" blurRad="127000" dist="38100" dir="5400000">
              <a:srgbClr val="1E4D2B">
                <a:alpha val="18000"/>
              </a:srgbClr>
            </a:outerShdw>
          </a:effectLst>
        </p:spPr>
      </p:sp>
      <p:sp>
        <p:nvSpPr>
          <p:cNvPr id="20" name="Discipline icon"/>
          <p:cNvSpPr/>
          <p:nvPr/>
        </p:nvSpPr>
        <p:spPr>
          <a:xfrm>
            <a:off x="7690104" y="1920240"/>
            <a:ext cx="1371600" cy="1371600"/>
          </a:xfrm>
          <a:prstGeom prst="ellipse">
            <a:avLst/>
          </a:prstGeom>
          <a:solidFill>
            <a:schemeClr val="accent4"/>
          </a:solidFill>
          <a:ln/>
        </p:spPr>
      </p:sp>
      <p:pic>
        <p:nvPicPr>
          <p:cNvPr id="21" name="Discipline icon glyph" descr="preencoded.png">    </p:cNvPr>
          <p:cNvPicPr>
            <a:picLocks noChangeAspect="1"/>
          </p:cNvPicPr>
          <p:nvPr/>
        </p:nvPicPr>
        <p:blipFill>
          <a:blip r:embed="rId4"/>
          <a:stretch>
            <a:fillRect/>
          </a:stretch>
        </p:blipFill>
        <p:spPr>
          <a:xfrm>
            <a:off x="8019288" y="2249424"/>
            <a:ext cx="713232" cy="713232"/>
          </a:xfrm>
          <a:prstGeom prst="rect">
            <a:avLst/>
          </a:prstGeom>
        </p:spPr>
      </p:pic>
      <p:sp>
        <p:nvSpPr>
          <p:cNvPr id="22" name="Text 15"/>
          <p:cNvSpPr txBox="1"/>
          <p:nvPr/>
        </p:nvSpPr>
        <p:spPr>
          <a:xfrm>
            <a:off x="7351776" y="3429000"/>
            <a:ext cx="2048256" cy="822960"/>
          </a:xfrm>
          <a:prstGeom prst="rect">
            <a:avLst/>
          </a:prstGeom>
          <a:noFill/>
          <a:ln/>
        </p:spPr>
        <p:txBody>
          <a:bodyPr wrap="square" lIns="0" tIns="0" rIns="0" bIns="0" rtlCol="0" anchor="ctr"/>
          <a:lstStyle/>
          <a:p>
            <a:pPr algn="ctr" indent="0" marL="0">
              <a:buNone/>
            </a:pPr>
            <a:r>
              <a:rPr lang="en-US" sz="4800" b="1" dirty="0">
                <a:solidFill>
                  <a:schemeClr val="accent4"/>
                </a:solidFill>
                <a:latin typeface="Cambria" pitchFamily="34" charset="0"/>
                <a:ea typeface="Cambria" pitchFamily="34" charset="-122"/>
                <a:cs typeface="Cambria" pitchFamily="34" charset="-120"/>
              </a:rPr>
              <a:t>4</a:t>
            </a:r>
            <a:endParaRPr lang="en-US" sz="4800" dirty="0"/>
          </a:p>
        </p:txBody>
      </p:sp>
      <p:sp>
        <p:nvSpPr>
          <p:cNvPr id="23" name="Text 16"/>
          <p:cNvSpPr txBox="1"/>
          <p:nvPr/>
        </p:nvSpPr>
        <p:spPr>
          <a:xfrm>
            <a:off x="7424928" y="4297680"/>
            <a:ext cx="1901952" cy="1280160"/>
          </a:xfrm>
          <a:prstGeom prst="rect">
            <a:avLst/>
          </a:prstGeom>
          <a:noFill/>
          <a:ln/>
        </p:spPr>
        <p:txBody>
          <a:bodyPr wrap="square" lIns="0" tIns="0" rIns="0" bIns="0" rtlCol="0" anchor="t"/>
          <a:lstStyle/>
          <a:p>
            <a:pPr algn="ctr" indent="0" marL="0">
              <a:buNone/>
            </a:pPr>
            <a:r>
              <a:rPr lang="en-US" sz="2400" b="1" dirty="0">
                <a:solidFill>
                  <a:schemeClr val="tx2"/>
                </a:solidFill>
              </a:rPr>
              <a:t>Discipline</a:t>
            </a:r>
            <a:endParaRPr lang="en-US" sz="2400" dirty="0"/>
          </a:p>
        </p:txBody>
      </p:sp>
      <p:sp>
        <p:nvSpPr>
          <p:cNvPr id="24" name="A Correct Image card"/>
          <p:cNvSpPr/>
          <p:nvPr/>
        </p:nvSpPr>
        <p:spPr>
          <a:xfrm>
            <a:off x="9619488" y="1600200"/>
            <a:ext cx="2048256" cy="4343400"/>
          </a:xfrm>
          <a:prstGeom prst="roundRect">
            <a:avLst>
              <a:gd name="adj" fmla="val 8929"/>
            </a:avLst>
          </a:prstGeom>
          <a:solidFill>
            <a:schemeClr val="bg1"/>
          </a:solidFill>
          <a:ln w="12700">
            <a:solidFill>
              <a:srgbClr val="DCEBD5"/>
            </a:solidFill>
            <a:prstDash val="solid"/>
          </a:ln>
          <a:effectLst>
            <a:outerShdw sx="100000" sy="100000" kx="0" ky="0" algn="bl" rotWithShape="0" blurRad="127000" dist="38100" dir="5400000">
              <a:srgbClr val="1E4D2B">
                <a:alpha val="18000"/>
              </a:srgbClr>
            </a:outerShdw>
          </a:effectLst>
        </p:spPr>
      </p:sp>
      <p:sp>
        <p:nvSpPr>
          <p:cNvPr id="25" name="A Correct Image icon"/>
          <p:cNvSpPr/>
          <p:nvPr/>
        </p:nvSpPr>
        <p:spPr>
          <a:xfrm>
            <a:off x="9957816" y="1920240"/>
            <a:ext cx="1371600" cy="1371600"/>
          </a:xfrm>
          <a:prstGeom prst="ellipse">
            <a:avLst/>
          </a:prstGeom>
          <a:solidFill>
            <a:schemeClr val="accent5"/>
          </a:solidFill>
          <a:ln/>
        </p:spPr>
      </p:sp>
      <p:pic>
        <p:nvPicPr>
          <p:cNvPr id="26" name="A Correct Image icon glyph" descr="preencoded.png">    </p:cNvPr>
          <p:cNvPicPr>
            <a:picLocks noChangeAspect="1"/>
          </p:cNvPicPr>
          <p:nvPr/>
        </p:nvPicPr>
        <p:blipFill>
          <a:blip r:embed="rId5"/>
          <a:stretch>
            <a:fillRect/>
          </a:stretch>
        </p:blipFill>
        <p:spPr>
          <a:xfrm>
            <a:off x="10287000" y="2249424"/>
            <a:ext cx="713232" cy="713232"/>
          </a:xfrm>
          <a:prstGeom prst="rect">
            <a:avLst/>
          </a:prstGeom>
        </p:spPr>
      </p:pic>
      <p:sp>
        <p:nvSpPr>
          <p:cNvPr id="27" name="Text 19"/>
          <p:cNvSpPr txBox="1"/>
          <p:nvPr/>
        </p:nvSpPr>
        <p:spPr>
          <a:xfrm>
            <a:off x="9619488" y="3429000"/>
            <a:ext cx="2048256" cy="822960"/>
          </a:xfrm>
          <a:prstGeom prst="rect">
            <a:avLst/>
          </a:prstGeom>
          <a:noFill/>
          <a:ln/>
        </p:spPr>
        <p:txBody>
          <a:bodyPr wrap="square" lIns="0" tIns="0" rIns="0" bIns="0" rtlCol="0" anchor="ctr"/>
          <a:lstStyle/>
          <a:p>
            <a:pPr algn="ctr" indent="0" marL="0">
              <a:buNone/>
            </a:pPr>
            <a:r>
              <a:rPr lang="en-US" sz="4800" b="1" dirty="0">
                <a:solidFill>
                  <a:schemeClr val="accent5"/>
                </a:solidFill>
                <a:latin typeface="Cambria" pitchFamily="34" charset="0"/>
                <a:ea typeface="Cambria" pitchFamily="34" charset="-122"/>
                <a:cs typeface="Cambria" pitchFamily="34" charset="-120"/>
              </a:rPr>
              <a:t>5</a:t>
            </a:r>
            <a:endParaRPr lang="en-US" sz="4800" dirty="0"/>
          </a:p>
        </p:txBody>
      </p:sp>
      <p:sp>
        <p:nvSpPr>
          <p:cNvPr id="28" name="Text 20"/>
          <p:cNvSpPr txBox="1"/>
          <p:nvPr/>
        </p:nvSpPr>
        <p:spPr>
          <a:xfrm>
            <a:off x="9692640" y="4297680"/>
            <a:ext cx="1901952" cy="1280160"/>
          </a:xfrm>
          <a:prstGeom prst="rect">
            <a:avLst/>
          </a:prstGeom>
          <a:noFill/>
          <a:ln/>
        </p:spPr>
        <p:txBody>
          <a:bodyPr wrap="square" lIns="0" tIns="0" rIns="0" bIns="0" rtlCol="0" anchor="t"/>
          <a:lstStyle/>
          <a:p>
            <a:pPr algn="ctr" indent="0" marL="0">
              <a:buNone/>
            </a:pPr>
            <a:r>
              <a:rPr lang="en-US" sz="2400" b="1" dirty="0">
                <a:solidFill>
                  <a:schemeClr val="tx2"/>
                </a:solidFill>
              </a:rPr>
              <a:t>A Correct Image</a:t>
            </a:r>
            <a:endParaRPr lang="en-US" sz="2400" dirty="0"/>
          </a:p>
        </p:txBody>
      </p:sp>
      <p:sp>
        <p:nvSpPr>
          <p:cNvPr id="25" name="Slide Number Placeholder 0"/>
          <p:cNvSpPr>
            <a:spLocks noGrp="1"/>
          </p:cNvSpPr>
          <p:nvPr>
            <p:ph type="sldNum" sz="quarter" idx="4294967295"/>
          </p:nvPr>
        </p:nvSpPr>
        <p:spPr>
          <a:xfrm>
            <a:off x="11201400" y="6355080"/>
            <a:ext cx="640080" cy="365760"/>
          </a:xfrm>
          <a:prstGeom prst="rect">
            <a:avLst/>
          </a:prstGeom>
          <a:extLst>
            <a:ext uri="{C572A759-6A51-4108-AA02-DFA0A04FC94B}">
              <ma14:wrappingTextBoxFlag xmlns:ma14="http://schemas.microsoft.com/office/mac/drawingml/2011/main" val="0"/>
            </a:ext>
          </a:extLst>
        </p:spPr>
        <p:txBody>
          <a:bodyPr/>
          <a:lstStyle>
            <a:lvl1pPr>
              <a:defRPr sz="1400">
                <a:solidFill>
                  <a:srgbClr val="5E7A64"/>
                </a:solidFill>
              </a:defRPr>
            </a:lvl1pPr>
          </a:lstStyle>
          <a:p>
            <a:pPr algn="r"/>
            <a:fld id="{F7021451-1387-4CA6-816F-3879F97B5CBC}" type="slidenum">
              <a:rPr b="0" lang="en-US"/>
              <a:t>5</a:t>
            </a:fld>
            <a:endParaRPr lang="en-US"/>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Section number"/>
          <p:cNvSpPr txBox="1"/>
          <p:nvPr/>
        </p:nvSpPr>
        <p:spPr>
          <a:xfrm>
            <a:off x="548640" y="914400"/>
            <a:ext cx="2743200" cy="4206240"/>
          </a:xfrm>
          <a:prstGeom prst="rect">
            <a:avLst/>
          </a:prstGeom>
          <a:noFill/>
          <a:ln/>
        </p:spPr>
        <p:txBody>
          <a:bodyPr wrap="square" lIns="0" tIns="0" rIns="0" bIns="0" rtlCol="0" anchor="ctr"/>
          <a:lstStyle/>
          <a:p>
            <a:pPr algn="ctr" indent="0" marL="0">
              <a:buNone/>
            </a:pPr>
            <a:r>
              <a:rPr lang="en-US" sz="28000" b="1" dirty="0">
                <a:solidFill>
                  <a:schemeClr val="accent1"/>
                </a:solidFill>
                <a:latin typeface="Cambria" pitchFamily="34" charset="0"/>
                <a:ea typeface="Cambria" pitchFamily="34" charset="-122"/>
                <a:cs typeface="Cambria" pitchFamily="34" charset="-120"/>
              </a:rPr>
              <a:t>1</a:t>
            </a:r>
            <a:endParaRPr lang="en-US" sz="28000" dirty="0"/>
          </a:p>
        </p:txBody>
      </p:sp>
      <p:sp>
        <p:nvSpPr>
          <p:cNvPr id="4" name="Kicker"/>
          <p:cNvSpPr txBox="1"/>
          <p:nvPr/>
        </p:nvSpPr>
        <p:spPr>
          <a:xfrm>
            <a:off x="3474720" y="1965960"/>
            <a:ext cx="5120640" cy="640080"/>
          </a:xfrm>
          <a:prstGeom prst="rect">
            <a:avLst/>
          </a:prstGeom>
          <a:noFill/>
          <a:ln/>
        </p:spPr>
        <p:txBody>
          <a:bodyPr wrap="square" lIns="0" tIns="0" rIns="0" bIns="0" rtlCol="0" anchor="ctr"/>
          <a:lstStyle/>
          <a:p>
            <a:pPr indent="0" marL="0">
              <a:buNone/>
            </a:pPr>
            <a:r>
              <a:rPr lang="en-US" sz="3000" b="1" spc="1000" kern="0" dirty="0">
                <a:solidFill>
                  <a:schemeClr val="bg2"/>
                </a:solidFill>
              </a:rPr>
              <a:t>SOW</a:t>
            </a:r>
            <a:endParaRPr lang="en-US" sz="3000" dirty="0"/>
          </a:p>
        </p:txBody>
      </p:sp>
      <p:sp>
        <p:nvSpPr>
          <p:cNvPr id="5" name="Section title"/>
          <p:cNvSpPr txBox="1"/>
          <p:nvPr/>
        </p:nvSpPr>
        <p:spPr>
          <a:xfrm>
            <a:off x="3474720" y="2606040"/>
            <a:ext cx="5303520" cy="2011680"/>
          </a:xfrm>
          <a:prstGeom prst="rect">
            <a:avLst/>
          </a:prstGeom>
          <a:noFill/>
          <a:ln/>
        </p:spPr>
        <p:txBody>
          <a:bodyPr wrap="square" lIns="0" tIns="0" rIns="0" bIns="0" rtlCol="0" anchor="t"/>
          <a:lstStyle/>
          <a:p>
            <a:pPr indent="0" marL="0">
              <a:buNone/>
            </a:pPr>
            <a:r>
              <a:rPr lang="en-US" sz="6000" b="1" dirty="0">
                <a:solidFill>
                  <a:schemeClr val="bg1"/>
                </a:solidFill>
                <a:latin typeface="Cambria" pitchFamily="34" charset="0"/>
                <a:ea typeface="Cambria" pitchFamily="34" charset="-122"/>
                <a:cs typeface="Cambria" pitchFamily="34" charset="-120"/>
              </a:rPr>
              <a:t>Positive Attitudes</a:t>
            </a:r>
            <a:endParaRPr lang="en-US" sz="6000" dirty="0"/>
          </a:p>
        </p:txBody>
      </p:sp>
      <p:sp>
        <p:nvSpPr>
          <p:cNvPr id="6" name="Progress"/>
          <p:cNvSpPr txBox="1"/>
          <p:nvPr/>
        </p:nvSpPr>
        <p:spPr>
          <a:xfrm>
            <a:off x="3474720" y="4800600"/>
            <a:ext cx="5120640" cy="548640"/>
          </a:xfrm>
          <a:prstGeom prst="rect">
            <a:avLst/>
          </a:prstGeom>
          <a:noFill/>
          <a:ln/>
        </p:spPr>
        <p:txBody>
          <a:bodyPr wrap="square" lIns="0" tIns="0" rIns="0" bIns="0" rtlCol="0" anchor="ctr"/>
          <a:lstStyle/>
          <a:p>
            <a:pPr indent="0" marL="0">
              <a:buNone/>
            </a:pPr>
            <a:r>
              <a:rPr lang="en-US" sz="2400" i="1" dirty="0">
                <a:solidFill>
                  <a:schemeClr val="accent1"/>
                </a:solidFill>
              </a:rPr>
              <a:t>Seed 1 of 5</a:t>
            </a:r>
            <a:endParaRPr lang="en-US" sz="2400" dirty="0"/>
          </a:p>
        </p:txBody>
      </p:sp>
      <p:sp>
        <p:nvSpPr>
          <p:cNvPr id="7" name="Section icon"/>
          <p:cNvSpPr/>
          <p:nvPr/>
        </p:nvSpPr>
        <p:spPr>
          <a:xfrm>
            <a:off x="8915400" y="1874520"/>
            <a:ext cx="2926080" cy="2926080"/>
          </a:xfrm>
          <a:prstGeom prst="ellipse">
            <a:avLst/>
          </a:prstGeom>
          <a:solidFill>
            <a:schemeClr val="accent1"/>
          </a:solidFill>
          <a:ln/>
        </p:spPr>
      </p:sp>
      <p:pic>
        <p:nvPicPr>
          <p:cNvPr id="8" name="Section icon glyph" descr="preencoded.png">    </p:cNvPr>
          <p:cNvPicPr>
            <a:picLocks noChangeAspect="1"/>
          </p:cNvPicPr>
          <p:nvPr/>
        </p:nvPicPr>
        <p:blipFill>
          <a:blip r:embed="rId1"/>
          <a:stretch>
            <a:fillRect/>
          </a:stretch>
        </p:blipFill>
        <p:spPr>
          <a:xfrm>
            <a:off x="9617659" y="2576779"/>
            <a:ext cx="1521562" cy="1521562"/>
          </a:xfrm>
          <a:prstGeom prst="rect">
            <a:avLst/>
          </a:prstGeom>
        </p:spPr>
      </p:pic>
    </p:spTree>
  </p:cSld>
  <p:clrMapOvr>
    <a:masterClrMapping/>
  </p:clrMapOvr>
  <p:transition spd="slow">
    <p:push dir="u"/>
  </p:transition>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1005840"/>
          </a:xfrm>
          <a:prstGeom prst="rect">
            <a:avLst/>
          </a:prstGeom>
          <a:noFill/>
          <a:ln/>
        </p:spPr>
        <p:txBody>
          <a:bodyPr wrap="square" lIns="0" tIns="0" rIns="0" bIns="0" rtlCol="0" anchor="ctr"/>
          <a:lstStyle/>
          <a:p>
            <a:pPr indent="0" marL="0">
              <a:buNone/>
            </a:pPr>
            <a:r>
              <a:rPr lang="en-US" sz="4000" b="1" dirty="0">
                <a:solidFill>
                  <a:schemeClr val="tx2"/>
                </a:solidFill>
              </a:rPr>
              <a:t>I. Be positive in your words</a:t>
            </a:r>
            <a:endParaRPr lang="en-US" sz="4000" dirty="0"/>
          </a:p>
        </p:txBody>
      </p:sp>
      <p:sp>
        <p:nvSpPr>
          <p:cNvPr id="3" name="Point icon"/>
          <p:cNvSpPr/>
          <p:nvPr/>
        </p:nvSpPr>
        <p:spPr>
          <a:xfrm>
            <a:off x="731520" y="2057400"/>
            <a:ext cx="2743200" cy="2743200"/>
          </a:xfrm>
          <a:prstGeom prst="ellipse">
            <a:avLst/>
          </a:prstGeom>
          <a:solidFill>
            <a:schemeClr val="accent1"/>
          </a:solidFill>
          <a:ln/>
        </p:spPr>
      </p:sp>
      <p:pic>
        <p:nvPicPr>
          <p:cNvPr id="4" name="Point icon glyph" descr="preencoded.png">    </p:cNvPr>
          <p:cNvPicPr>
            <a:picLocks noChangeAspect="1"/>
          </p:cNvPicPr>
          <p:nvPr/>
        </p:nvPicPr>
        <p:blipFill>
          <a:blip r:embed="rId1"/>
          <a:stretch>
            <a:fillRect/>
          </a:stretch>
        </p:blipFill>
        <p:spPr>
          <a:xfrm>
            <a:off x="1389888" y="2715768"/>
            <a:ext cx="1426464" cy="1426464"/>
          </a:xfrm>
          <a:prstGeom prst="rect">
            <a:avLst/>
          </a:prstGeom>
        </p:spPr>
      </p:pic>
      <p:sp>
        <p:nvSpPr>
          <p:cNvPr id="5" name="Verse card"/>
          <p:cNvSpPr/>
          <p:nvPr/>
        </p:nvSpPr>
        <p:spPr>
          <a:xfrm>
            <a:off x="4023360" y="1600200"/>
            <a:ext cx="7589520" cy="4434840"/>
          </a:xfrm>
          <a:prstGeom prst="roundRect">
            <a:avLst>
              <a:gd name="adj" fmla="val 4124"/>
            </a:avLst>
          </a:prstGeom>
          <a:solidFill>
            <a:schemeClr val="bg2"/>
          </a:solidFill>
          <a:ln/>
          <a:effectLst>
            <a:outerShdw sx="100000" sy="100000" kx="0" ky="0" algn="bl" rotWithShape="0" blurRad="127000" dist="38100" dir="5400000">
              <a:srgbClr val="1E4D2B">
                <a:alpha val="18000"/>
              </a:srgbClr>
            </a:outerShdw>
          </a:effectLst>
        </p:spPr>
      </p:sp>
      <p:sp>
        <p:nvSpPr>
          <p:cNvPr id="6" name="Verse"/>
          <p:cNvSpPr txBox="1"/>
          <p:nvPr/>
        </p:nvSpPr>
        <p:spPr>
          <a:xfrm>
            <a:off x="4434840" y="1828800"/>
            <a:ext cx="6766560" cy="3291840"/>
          </a:xfrm>
          <a:prstGeom prst="rect">
            <a:avLst/>
          </a:prstGeom>
          <a:noFill/>
          <a:ln/>
        </p:spPr>
        <p:txBody>
          <a:bodyPr wrap="square" lIns="0" tIns="0" rIns="0" bIns="0" rtlCol="0" anchor="ctr"/>
          <a:lstStyle/>
          <a:p>
            <a:pPr indent="0" marL="0">
              <a:lnSpc>
                <a:spcPct val="105000"/>
              </a:lnSpc>
              <a:buNone/>
            </a:pPr>
            <a:r>
              <a:rPr lang="en-US" sz="3200" dirty="0">
                <a:solidFill>
                  <a:schemeClr val="tx1"/>
                </a:solidFill>
              </a:rPr>
              <a:t>Do not let any unwholesome talk come out of your mouths, but only what is </a:t>
            </a:r>
            <a:pPr indent="0" marL="0">
              <a:lnSpc>
                <a:spcPct val="105000"/>
              </a:lnSpc>
              <a:buNone/>
            </a:pPr>
            <a:r>
              <a:rPr lang="en-US" sz="3200" b="1" dirty="0">
                <a:solidFill>
                  <a:schemeClr val="tx2"/>
                </a:solidFill>
              </a:rPr>
              <a:t>helpful for building others up</a:t>
            </a:r>
            <a:pPr indent="0" marL="0">
              <a:lnSpc>
                <a:spcPct val="105000"/>
              </a:lnSpc>
              <a:buNone/>
            </a:pPr>
            <a:r>
              <a:rPr lang="en-US" sz="3200" dirty="0">
                <a:solidFill>
                  <a:schemeClr val="tx1"/>
                </a:solidFill>
              </a:rPr>
              <a:t> according to their needs, that it may benefit those who listen.</a:t>
            </a:r>
            <a:endParaRPr lang="en-US" sz="3200" dirty="0"/>
          </a:p>
        </p:txBody>
      </p:sp>
      <p:sp>
        <p:nvSpPr>
          <p:cNvPr id="7" name="Reference"/>
          <p:cNvSpPr txBox="1"/>
          <p:nvPr/>
        </p:nvSpPr>
        <p:spPr>
          <a:xfrm>
            <a:off x="4434840" y="5257800"/>
            <a:ext cx="6766560" cy="548640"/>
          </a:xfrm>
          <a:prstGeom prst="rect">
            <a:avLst/>
          </a:prstGeom>
          <a:noFill/>
          <a:ln/>
        </p:spPr>
        <p:txBody>
          <a:bodyPr wrap="square" lIns="0" tIns="0" rIns="0" bIns="0" rtlCol="0" anchor="ctr"/>
          <a:lstStyle/>
          <a:p>
            <a:pPr indent="0" marL="0">
              <a:buNone/>
            </a:pPr>
            <a:r>
              <a:rPr lang="en-US" sz="2600" b="1" dirty="0">
                <a:solidFill>
                  <a:schemeClr val="accent4"/>
                </a:solidFill>
              </a:rPr>
              <a:t>Ephesians 4:29 (NIV)</a:t>
            </a:r>
            <a:endParaRPr lang="en-US" sz="2600" dirty="0"/>
          </a:p>
        </p:txBody>
      </p:sp>
      <p:sp>
        <p:nvSpPr>
          <p:cNvPr id="25" name="Slide Number Placeholder 0"/>
          <p:cNvSpPr>
            <a:spLocks noGrp="1"/>
          </p:cNvSpPr>
          <p:nvPr>
            <p:ph type="sldNum" sz="quarter" idx="4294967295"/>
          </p:nvPr>
        </p:nvSpPr>
        <p:spPr>
          <a:xfrm>
            <a:off x="11201400" y="6355080"/>
            <a:ext cx="640080" cy="365760"/>
          </a:xfrm>
          <a:prstGeom prst="rect">
            <a:avLst/>
          </a:prstGeom>
          <a:extLst>
            <a:ext uri="{C572A759-6A51-4108-AA02-DFA0A04FC94B}">
              <ma14:wrappingTextBoxFlag xmlns:ma14="http://schemas.microsoft.com/office/mac/drawingml/2011/main" val="0"/>
            </a:ext>
          </a:extLst>
        </p:spPr>
        <p:txBody>
          <a:bodyPr/>
          <a:lstStyle>
            <a:lvl1pPr>
              <a:defRPr sz="1400">
                <a:solidFill>
                  <a:srgbClr val="5E7A64"/>
                </a:solidFill>
              </a:defRPr>
            </a:lvl1pPr>
          </a:lstStyle>
          <a:p>
            <a:pPr algn="r"/>
            <a:fld id="{F7021451-1387-4CA6-816F-3879F97B5CBC}" type="slidenum">
              <a:rPr b="0" lang="en-US"/>
              <a:t>7</a:t>
            </a:fld>
            <a:endParaRPr lang="en-US"/>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1005840"/>
          </a:xfrm>
          <a:prstGeom prst="rect">
            <a:avLst/>
          </a:prstGeom>
          <a:noFill/>
          <a:ln/>
        </p:spPr>
        <p:txBody>
          <a:bodyPr wrap="square" lIns="0" tIns="0" rIns="0" bIns="0" rtlCol="0" anchor="ctr"/>
          <a:lstStyle/>
          <a:p>
            <a:pPr indent="0" marL="0">
              <a:buNone/>
            </a:pPr>
            <a:r>
              <a:rPr lang="en-US" sz="4000" b="1" dirty="0">
                <a:solidFill>
                  <a:schemeClr val="tx2"/>
                </a:solidFill>
              </a:rPr>
              <a:t>II. Sow good works</a:t>
            </a:r>
            <a:endParaRPr lang="en-US" sz="4000" dirty="0"/>
          </a:p>
        </p:txBody>
      </p:sp>
      <p:sp>
        <p:nvSpPr>
          <p:cNvPr id="3" name="Point icon"/>
          <p:cNvSpPr/>
          <p:nvPr/>
        </p:nvSpPr>
        <p:spPr>
          <a:xfrm>
            <a:off x="731520" y="2057400"/>
            <a:ext cx="2743200" cy="2743200"/>
          </a:xfrm>
          <a:prstGeom prst="ellipse">
            <a:avLst/>
          </a:prstGeom>
          <a:solidFill>
            <a:schemeClr val="accent1"/>
          </a:solidFill>
          <a:ln/>
        </p:spPr>
      </p:sp>
      <p:pic>
        <p:nvPicPr>
          <p:cNvPr id="4" name="Point icon glyph" descr="preencoded.png">    </p:cNvPr>
          <p:cNvPicPr>
            <a:picLocks noChangeAspect="1"/>
          </p:cNvPicPr>
          <p:nvPr/>
        </p:nvPicPr>
        <p:blipFill>
          <a:blip r:embed="rId1"/>
          <a:stretch>
            <a:fillRect/>
          </a:stretch>
        </p:blipFill>
        <p:spPr>
          <a:xfrm>
            <a:off x="1389888" y="2715768"/>
            <a:ext cx="1426464" cy="1426464"/>
          </a:xfrm>
          <a:prstGeom prst="rect">
            <a:avLst/>
          </a:prstGeom>
        </p:spPr>
      </p:pic>
      <p:sp>
        <p:nvSpPr>
          <p:cNvPr id="5" name="Verse card"/>
          <p:cNvSpPr/>
          <p:nvPr/>
        </p:nvSpPr>
        <p:spPr>
          <a:xfrm>
            <a:off x="4023360" y="1600200"/>
            <a:ext cx="7589520" cy="4434840"/>
          </a:xfrm>
          <a:prstGeom prst="roundRect">
            <a:avLst>
              <a:gd name="adj" fmla="val 4124"/>
            </a:avLst>
          </a:prstGeom>
          <a:solidFill>
            <a:schemeClr val="bg2"/>
          </a:solidFill>
          <a:ln/>
          <a:effectLst>
            <a:outerShdw sx="100000" sy="100000" kx="0" ky="0" algn="bl" rotWithShape="0" blurRad="127000" dist="38100" dir="5400000">
              <a:srgbClr val="1E4D2B">
                <a:alpha val="18000"/>
              </a:srgbClr>
            </a:outerShdw>
          </a:effectLst>
        </p:spPr>
      </p:sp>
      <p:sp>
        <p:nvSpPr>
          <p:cNvPr id="6" name="Verse"/>
          <p:cNvSpPr txBox="1"/>
          <p:nvPr/>
        </p:nvSpPr>
        <p:spPr>
          <a:xfrm>
            <a:off x="4434840" y="1828800"/>
            <a:ext cx="6766560" cy="3291840"/>
          </a:xfrm>
          <a:prstGeom prst="rect">
            <a:avLst/>
          </a:prstGeom>
          <a:noFill/>
          <a:ln/>
        </p:spPr>
        <p:txBody>
          <a:bodyPr wrap="square" lIns="0" tIns="0" rIns="0" bIns="0" rtlCol="0" anchor="ctr"/>
          <a:lstStyle/>
          <a:p>
            <a:pPr indent="0" marL="0">
              <a:lnSpc>
                <a:spcPct val="105000"/>
              </a:lnSpc>
              <a:buNone/>
            </a:pPr>
            <a:r>
              <a:rPr lang="en-US" sz="3200" dirty="0">
                <a:solidFill>
                  <a:schemeClr val="tx1"/>
                </a:solidFill>
              </a:rPr>
              <a:t>In the same way, let your light shine before men, that they may </a:t>
            </a:r>
            <a:pPr indent="0" marL="0">
              <a:lnSpc>
                <a:spcPct val="105000"/>
              </a:lnSpc>
              <a:buNone/>
            </a:pPr>
            <a:r>
              <a:rPr lang="en-US" sz="3200" b="1" dirty="0">
                <a:solidFill>
                  <a:schemeClr val="tx2"/>
                </a:solidFill>
              </a:rPr>
              <a:t>see your good deeds</a:t>
            </a:r>
            <a:pPr indent="0" marL="0">
              <a:lnSpc>
                <a:spcPct val="105000"/>
              </a:lnSpc>
              <a:buNone/>
            </a:pPr>
            <a:r>
              <a:rPr lang="en-US" sz="3200" dirty="0">
                <a:solidFill>
                  <a:schemeClr val="tx1"/>
                </a:solidFill>
              </a:rPr>
              <a:t> and praise your Father in heaven.</a:t>
            </a:r>
            <a:endParaRPr lang="en-US" sz="3200" dirty="0"/>
          </a:p>
        </p:txBody>
      </p:sp>
      <p:sp>
        <p:nvSpPr>
          <p:cNvPr id="7" name="Reference"/>
          <p:cNvSpPr txBox="1"/>
          <p:nvPr/>
        </p:nvSpPr>
        <p:spPr>
          <a:xfrm>
            <a:off x="4434840" y="5257800"/>
            <a:ext cx="6766560" cy="548640"/>
          </a:xfrm>
          <a:prstGeom prst="rect">
            <a:avLst/>
          </a:prstGeom>
          <a:noFill/>
          <a:ln/>
        </p:spPr>
        <p:txBody>
          <a:bodyPr wrap="square" lIns="0" tIns="0" rIns="0" bIns="0" rtlCol="0" anchor="ctr"/>
          <a:lstStyle/>
          <a:p>
            <a:pPr indent="0" marL="0">
              <a:buNone/>
            </a:pPr>
            <a:r>
              <a:rPr lang="en-US" sz="2600" b="1" dirty="0">
                <a:solidFill>
                  <a:schemeClr val="accent4"/>
                </a:solidFill>
              </a:rPr>
              <a:t>Matthew 5:16 (NIV)</a:t>
            </a:r>
            <a:endParaRPr lang="en-US" sz="2600" dirty="0"/>
          </a:p>
        </p:txBody>
      </p:sp>
      <p:sp>
        <p:nvSpPr>
          <p:cNvPr id="25" name="Slide Number Placeholder 0"/>
          <p:cNvSpPr>
            <a:spLocks noGrp="1"/>
          </p:cNvSpPr>
          <p:nvPr>
            <p:ph type="sldNum" sz="quarter" idx="4294967295"/>
          </p:nvPr>
        </p:nvSpPr>
        <p:spPr>
          <a:xfrm>
            <a:off x="11201400" y="6355080"/>
            <a:ext cx="640080" cy="365760"/>
          </a:xfrm>
          <a:prstGeom prst="rect">
            <a:avLst/>
          </a:prstGeom>
          <a:extLst>
            <a:ext uri="{C572A759-6A51-4108-AA02-DFA0A04FC94B}">
              <ma14:wrappingTextBoxFlag xmlns:ma14="http://schemas.microsoft.com/office/mac/drawingml/2011/main" val="0"/>
            </a:ext>
          </a:extLst>
        </p:spPr>
        <p:txBody>
          <a:bodyPr/>
          <a:lstStyle>
            <a:lvl1pPr>
              <a:defRPr sz="1400">
                <a:solidFill>
                  <a:srgbClr val="5E7A64"/>
                </a:solidFill>
              </a:defRPr>
            </a:lvl1pPr>
          </a:lstStyle>
          <a:p>
            <a:pPr algn="r"/>
            <a:fld id="{F7021451-1387-4CA6-816F-3879F97B5CBC}" type="slidenum">
              <a:rPr b="0" lang="en-US"/>
              <a:t>8</a:t>
            </a:fld>
            <a:endParaRPr lang="en-US"/>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0"/>
          <p:cNvSpPr/>
          <p:nvPr>
            <p:ph idx="100" type="title" hasCustomPrompt="1"/>
          </p:nvPr>
        </p:nvSpPr>
        <p:spPr>
          <a:xfrm>
            <a:off x="548640" y="320040"/>
            <a:ext cx="11064240" cy="1005840"/>
          </a:xfrm>
          <a:prstGeom prst="rect">
            <a:avLst/>
          </a:prstGeom>
          <a:noFill/>
          <a:ln/>
        </p:spPr>
        <p:txBody>
          <a:bodyPr wrap="square" lIns="0" tIns="0" rIns="0" bIns="0" rtlCol="0" anchor="ctr"/>
          <a:lstStyle/>
          <a:p>
            <a:pPr indent="0" marL="0">
              <a:buNone/>
            </a:pPr>
            <a:r>
              <a:rPr lang="en-US" sz="4000" b="1" dirty="0">
                <a:solidFill>
                  <a:schemeClr val="tx2"/>
                </a:solidFill>
              </a:rPr>
              <a:t>III. Be kind and loving to others</a:t>
            </a:r>
            <a:endParaRPr lang="en-US" sz="4000" dirty="0"/>
          </a:p>
        </p:txBody>
      </p:sp>
      <p:sp>
        <p:nvSpPr>
          <p:cNvPr id="4" name="Point icon"/>
          <p:cNvSpPr/>
          <p:nvPr/>
        </p:nvSpPr>
        <p:spPr>
          <a:xfrm>
            <a:off x="731520" y="2057400"/>
            <a:ext cx="2743200" cy="2743200"/>
          </a:xfrm>
          <a:prstGeom prst="ellipse">
            <a:avLst/>
          </a:prstGeom>
          <a:solidFill>
            <a:schemeClr val="accent1"/>
          </a:solidFill>
          <a:ln/>
        </p:spPr>
      </p:sp>
      <p:pic>
        <p:nvPicPr>
          <p:cNvPr id="5" name="Point icon glyph" descr="preencoded.png">    </p:cNvPr>
          <p:cNvPicPr>
            <a:picLocks noChangeAspect="1"/>
          </p:cNvPicPr>
          <p:nvPr/>
        </p:nvPicPr>
        <p:blipFill>
          <a:blip r:embed="rId1"/>
          <a:stretch>
            <a:fillRect/>
          </a:stretch>
        </p:blipFill>
        <p:spPr>
          <a:xfrm>
            <a:off x="1389888" y="2715768"/>
            <a:ext cx="1426464" cy="1426464"/>
          </a:xfrm>
          <a:prstGeom prst="rect">
            <a:avLst/>
          </a:prstGeom>
        </p:spPr>
      </p:pic>
      <p:sp>
        <p:nvSpPr>
          <p:cNvPr id="6" name="Verse card"/>
          <p:cNvSpPr/>
          <p:nvPr/>
        </p:nvSpPr>
        <p:spPr>
          <a:xfrm>
            <a:off x="4023360" y="1600200"/>
            <a:ext cx="7589520" cy="4434840"/>
          </a:xfrm>
          <a:prstGeom prst="roundRect">
            <a:avLst>
              <a:gd name="adj" fmla="val 4124"/>
            </a:avLst>
          </a:prstGeom>
          <a:solidFill>
            <a:schemeClr val="bg2"/>
          </a:solidFill>
          <a:ln/>
          <a:effectLst>
            <a:outerShdw sx="100000" sy="100000" kx="0" ky="0" algn="bl" rotWithShape="0" blurRad="127000" dist="38100" dir="5400000">
              <a:srgbClr val="1E4D2B">
                <a:alpha val="18000"/>
              </a:srgbClr>
            </a:outerShdw>
          </a:effectLst>
        </p:spPr>
      </p:sp>
      <p:sp>
        <p:nvSpPr>
          <p:cNvPr id="7" name="Verse"/>
          <p:cNvSpPr txBox="1"/>
          <p:nvPr/>
        </p:nvSpPr>
        <p:spPr>
          <a:xfrm>
            <a:off x="4434840" y="1828800"/>
            <a:ext cx="6766560" cy="3291840"/>
          </a:xfrm>
          <a:prstGeom prst="rect">
            <a:avLst/>
          </a:prstGeom>
          <a:noFill/>
          <a:ln/>
        </p:spPr>
        <p:txBody>
          <a:bodyPr wrap="square" lIns="0" tIns="0" rIns="0" bIns="0" rtlCol="0" anchor="ctr"/>
          <a:lstStyle/>
          <a:p>
            <a:pPr indent="0" marL="0">
              <a:lnSpc>
                <a:spcPct val="105000"/>
              </a:lnSpc>
              <a:buNone/>
            </a:pPr>
            <a:r>
              <a:rPr lang="en-US" sz="3200" dirty="0">
                <a:solidFill>
                  <a:schemeClr val="tx1"/>
                </a:solidFill>
              </a:rPr>
              <a:t>Get rid of all bitterness, rage and anger, brawling and slander, along with every form of malice. </a:t>
            </a:r>
            <a:pPr indent="0" marL="0">
              <a:lnSpc>
                <a:spcPct val="105000"/>
              </a:lnSpc>
              <a:buNone/>
            </a:pPr>
            <a:r>
              <a:rPr lang="en-US" sz="3200" b="1" dirty="0">
                <a:solidFill>
                  <a:schemeClr val="tx2"/>
                </a:solidFill>
              </a:rPr>
              <a:t>Be kind and compassionate to one another…</a:t>
            </a:r>
            <a:endParaRPr lang="en-US" sz="3200" dirty="0"/>
          </a:p>
        </p:txBody>
      </p:sp>
      <p:sp>
        <p:nvSpPr>
          <p:cNvPr id="8" name="Reference"/>
          <p:cNvSpPr txBox="1"/>
          <p:nvPr/>
        </p:nvSpPr>
        <p:spPr>
          <a:xfrm>
            <a:off x="4434840" y="5257800"/>
            <a:ext cx="6766560" cy="548640"/>
          </a:xfrm>
          <a:prstGeom prst="rect">
            <a:avLst/>
          </a:prstGeom>
          <a:noFill/>
          <a:ln/>
        </p:spPr>
        <p:txBody>
          <a:bodyPr wrap="square" lIns="0" tIns="0" rIns="0" bIns="0" rtlCol="0" anchor="ctr"/>
          <a:lstStyle/>
          <a:p>
            <a:pPr indent="0" marL="0">
              <a:buNone/>
            </a:pPr>
            <a:r>
              <a:rPr lang="en-US" sz="2600" b="1" dirty="0">
                <a:solidFill>
                  <a:schemeClr val="accent4"/>
                </a:solidFill>
              </a:rPr>
              <a:t>Ephesians 4:31–32 (NIV)</a:t>
            </a:r>
            <a:endParaRPr lang="en-US" sz="2600" dirty="0"/>
          </a:p>
        </p:txBody>
      </p:sp>
      <p:sp>
        <p:nvSpPr>
          <p:cNvPr id="25" name="Slide Number Placeholder 0"/>
          <p:cNvSpPr>
            <a:spLocks noGrp="1"/>
          </p:cNvSpPr>
          <p:nvPr>
            <p:ph type="sldNum" sz="quarter" idx="4294967295"/>
          </p:nvPr>
        </p:nvSpPr>
        <p:spPr>
          <a:xfrm>
            <a:off x="11201400" y="6355080"/>
            <a:ext cx="640080" cy="365760"/>
          </a:xfrm>
          <a:prstGeom prst="rect">
            <a:avLst/>
          </a:prstGeom>
          <a:extLst>
            <a:ext uri="{C572A759-6A51-4108-AA02-DFA0A04FC94B}">
              <ma14:wrappingTextBoxFlag xmlns:ma14="http://schemas.microsoft.com/office/mac/drawingml/2011/main" val="0"/>
            </a:ext>
          </a:extLst>
        </p:spPr>
        <p:txBody>
          <a:bodyPr/>
          <a:lstStyle>
            <a:lvl1pPr>
              <a:defRPr sz="1400">
                <a:solidFill>
                  <a:srgbClr val="5E7A64"/>
                </a:solidFill>
              </a:defRPr>
            </a:lvl1pPr>
          </a:lstStyle>
          <a:p>
            <a:pPr algn="r"/>
            <a:fld id="{F7021451-1387-4CA6-816F-3879F97B5CBC}" type="slidenum">
              <a:rPr b="0" lang="en-US"/>
              <a:t>9</a:t>
            </a:fld>
            <a:endParaRPr lang="en-US"/>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Section number"/>
          <p:cNvSpPr txBox="1"/>
          <p:nvPr/>
        </p:nvSpPr>
        <p:spPr>
          <a:xfrm>
            <a:off x="548640" y="914400"/>
            <a:ext cx="2743200" cy="4206240"/>
          </a:xfrm>
          <a:prstGeom prst="rect">
            <a:avLst/>
          </a:prstGeom>
          <a:noFill/>
          <a:ln/>
        </p:spPr>
        <p:txBody>
          <a:bodyPr wrap="square" lIns="0" tIns="0" rIns="0" bIns="0" rtlCol="0" anchor="ctr"/>
          <a:lstStyle/>
          <a:p>
            <a:pPr algn="ctr" indent="0" marL="0">
              <a:buNone/>
            </a:pPr>
            <a:r>
              <a:rPr lang="en-US" sz="28000" b="1" dirty="0">
                <a:solidFill>
                  <a:schemeClr val="accent2"/>
                </a:solidFill>
                <a:latin typeface="Cambria" pitchFamily="34" charset="0"/>
                <a:ea typeface="Cambria" pitchFamily="34" charset="-122"/>
                <a:cs typeface="Cambria" pitchFamily="34" charset="-120"/>
              </a:rPr>
              <a:t>2</a:t>
            </a:r>
            <a:endParaRPr lang="en-US" sz="28000" dirty="0"/>
          </a:p>
        </p:txBody>
      </p:sp>
      <p:sp>
        <p:nvSpPr>
          <p:cNvPr id="4" name="Kicker"/>
          <p:cNvSpPr txBox="1"/>
          <p:nvPr/>
        </p:nvSpPr>
        <p:spPr>
          <a:xfrm>
            <a:off x="3474720" y="1965960"/>
            <a:ext cx="5120640" cy="640080"/>
          </a:xfrm>
          <a:prstGeom prst="rect">
            <a:avLst/>
          </a:prstGeom>
          <a:noFill/>
          <a:ln/>
        </p:spPr>
        <p:txBody>
          <a:bodyPr wrap="square" lIns="0" tIns="0" rIns="0" bIns="0" rtlCol="0" anchor="ctr"/>
          <a:lstStyle/>
          <a:p>
            <a:pPr indent="0" marL="0">
              <a:buNone/>
            </a:pPr>
            <a:r>
              <a:rPr lang="en-US" sz="3000" b="1" spc="1000" kern="0" dirty="0">
                <a:solidFill>
                  <a:schemeClr val="bg2"/>
                </a:solidFill>
              </a:rPr>
              <a:t>SOW</a:t>
            </a:r>
            <a:endParaRPr lang="en-US" sz="3000" dirty="0"/>
          </a:p>
        </p:txBody>
      </p:sp>
      <p:sp>
        <p:nvSpPr>
          <p:cNvPr id="5" name="Section title"/>
          <p:cNvSpPr txBox="1"/>
          <p:nvPr/>
        </p:nvSpPr>
        <p:spPr>
          <a:xfrm>
            <a:off x="3474720" y="2606040"/>
            <a:ext cx="5303520" cy="2011680"/>
          </a:xfrm>
          <a:prstGeom prst="rect">
            <a:avLst/>
          </a:prstGeom>
          <a:noFill/>
          <a:ln/>
        </p:spPr>
        <p:txBody>
          <a:bodyPr wrap="square" lIns="0" tIns="0" rIns="0" bIns="0" rtlCol="0" anchor="t"/>
          <a:lstStyle/>
          <a:p>
            <a:pPr indent="0" marL="0">
              <a:buNone/>
            </a:pPr>
            <a:r>
              <a:rPr lang="en-US" sz="6000" b="1" dirty="0">
                <a:solidFill>
                  <a:schemeClr val="bg1"/>
                </a:solidFill>
                <a:latin typeface="Cambria" pitchFamily="34" charset="0"/>
                <a:ea typeface="Cambria" pitchFamily="34" charset="-122"/>
                <a:cs typeface="Cambria" pitchFamily="34" charset="-120"/>
              </a:rPr>
              <a:t>Integrity</a:t>
            </a:r>
            <a:endParaRPr lang="en-US" sz="6000" dirty="0"/>
          </a:p>
        </p:txBody>
      </p:sp>
      <p:sp>
        <p:nvSpPr>
          <p:cNvPr id="6" name="Progress"/>
          <p:cNvSpPr txBox="1"/>
          <p:nvPr/>
        </p:nvSpPr>
        <p:spPr>
          <a:xfrm>
            <a:off x="3474720" y="4800600"/>
            <a:ext cx="5120640" cy="548640"/>
          </a:xfrm>
          <a:prstGeom prst="rect">
            <a:avLst/>
          </a:prstGeom>
          <a:noFill/>
          <a:ln/>
        </p:spPr>
        <p:txBody>
          <a:bodyPr wrap="square" lIns="0" tIns="0" rIns="0" bIns="0" rtlCol="0" anchor="ctr"/>
          <a:lstStyle/>
          <a:p>
            <a:pPr indent="0" marL="0">
              <a:buNone/>
            </a:pPr>
            <a:r>
              <a:rPr lang="en-US" sz="2400" i="1" dirty="0">
                <a:solidFill>
                  <a:schemeClr val="accent1"/>
                </a:solidFill>
              </a:rPr>
              <a:t>Seed 2 of 5</a:t>
            </a:r>
            <a:endParaRPr lang="en-US" sz="2400" dirty="0"/>
          </a:p>
        </p:txBody>
      </p:sp>
      <p:sp>
        <p:nvSpPr>
          <p:cNvPr id="7" name="Section icon"/>
          <p:cNvSpPr/>
          <p:nvPr/>
        </p:nvSpPr>
        <p:spPr>
          <a:xfrm>
            <a:off x="8915400" y="1874520"/>
            <a:ext cx="2926080" cy="2926080"/>
          </a:xfrm>
          <a:prstGeom prst="ellipse">
            <a:avLst/>
          </a:prstGeom>
          <a:solidFill>
            <a:schemeClr val="accent2"/>
          </a:solidFill>
          <a:ln/>
        </p:spPr>
      </p:sp>
      <p:pic>
        <p:nvPicPr>
          <p:cNvPr id="8" name="Section icon glyph" descr="preencoded.png">    </p:cNvPr>
          <p:cNvPicPr>
            <a:picLocks noChangeAspect="1"/>
          </p:cNvPicPr>
          <p:nvPr/>
        </p:nvPicPr>
        <p:blipFill>
          <a:blip r:embed="rId1"/>
          <a:stretch>
            <a:fillRect/>
          </a:stretch>
        </p:blipFill>
        <p:spPr>
          <a:xfrm>
            <a:off x="9617659" y="2576779"/>
            <a:ext cx="1521562" cy="1521562"/>
          </a:xfrm>
          <a:prstGeom prst="rect">
            <a:avLst/>
          </a:prstGeom>
        </p:spPr>
      </p:pic>
    </p:spTree>
  </p:cSld>
  <p:clrMapOvr>
    <a:masterClrMapping/>
  </p:clrMapOvr>
  <p:transition spd="slow">
    <p:push dir="u"/>
  </p:transition>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Quote mark"/>
          <p:cNvSpPr txBox="1"/>
          <p:nvPr/>
        </p:nvSpPr>
        <p:spPr>
          <a:xfrm>
            <a:off x="640080" y="228600"/>
            <a:ext cx="1463040" cy="1463040"/>
          </a:xfrm>
          <a:prstGeom prst="rect">
            <a:avLst/>
          </a:prstGeom>
          <a:noFill/>
          <a:ln/>
        </p:spPr>
        <p:txBody>
          <a:bodyPr wrap="square" lIns="0" tIns="0" rIns="0" bIns="0" rtlCol="0" anchor="ctr"/>
          <a:lstStyle/>
          <a:p>
            <a:pPr indent="0" marL="0">
              <a:buNone/>
            </a:pPr>
            <a:r>
              <a:rPr lang="en-US" sz="15000" b="1" dirty="0">
                <a:solidFill>
                  <a:schemeClr val="accent2"/>
                </a:solidFill>
                <a:latin typeface="Cambria" pitchFamily="34" charset="0"/>
                <a:ea typeface="Cambria" pitchFamily="34" charset="-122"/>
                <a:cs typeface="Cambria" pitchFamily="34" charset="-120"/>
              </a:rPr>
              <a:t>“</a:t>
            </a:r>
            <a:endParaRPr lang="en-US" sz="15000" dirty="0"/>
          </a:p>
        </p:txBody>
      </p:sp>
      <p:sp>
        <p:nvSpPr>
          <p:cNvPr id="4" name="Verse"/>
          <p:cNvSpPr txBox="1"/>
          <p:nvPr/>
        </p:nvSpPr>
        <p:spPr>
          <a:xfrm>
            <a:off x="822960" y="1280160"/>
            <a:ext cx="8229600" cy="4114800"/>
          </a:xfrm>
          <a:prstGeom prst="rect">
            <a:avLst/>
          </a:prstGeom>
          <a:noFill/>
          <a:ln/>
        </p:spPr>
        <p:txBody>
          <a:bodyPr wrap="square" lIns="0" tIns="0" rIns="0" bIns="0" rtlCol="0" anchor="ctr"/>
          <a:lstStyle/>
          <a:p>
            <a:pPr indent="0" marL="0">
              <a:lnSpc>
                <a:spcPct val="108000"/>
              </a:lnSpc>
              <a:spcAft>
                <a:spcPts val="600"/>
              </a:spcAft>
              <a:buNone/>
            </a:pPr>
            <a:r>
              <a:rPr lang="en-US" sz="3200" dirty="0">
                <a:solidFill>
                  <a:schemeClr val="bg1"/>
                </a:solidFill>
                <a:latin typeface="Cambria" pitchFamily="34" charset="0"/>
                <a:ea typeface="Cambria" pitchFamily="34" charset="-122"/>
                <a:cs typeface="Cambria" pitchFamily="34" charset="-120"/>
              </a:rPr>
              <a:t>Have nothing to do with godless myths and old wives’ tales; rather, </a:t>
            </a:r>
            <a:pPr indent="0" marL="0">
              <a:lnSpc>
                <a:spcPct val="108000"/>
              </a:lnSpc>
              <a:spcAft>
                <a:spcPts val="600"/>
              </a:spcAft>
              <a:buNone/>
            </a:pPr>
            <a:r>
              <a:rPr lang="en-US" sz="3200" b="1" dirty="0">
                <a:solidFill>
                  <a:schemeClr val="accent1"/>
                </a:solidFill>
                <a:latin typeface="Cambria" pitchFamily="34" charset="0"/>
                <a:ea typeface="Cambria" pitchFamily="34" charset="-122"/>
                <a:cs typeface="Cambria" pitchFamily="34" charset="-120"/>
              </a:rPr>
              <a:t>train yourself to be godly</a:t>
            </a:r>
            <a:pPr indent="0" marL="0">
              <a:lnSpc>
                <a:spcPct val="108000"/>
              </a:lnSpc>
              <a:spcAft>
                <a:spcPts val="600"/>
              </a:spcAft>
              <a:buNone/>
            </a:pPr>
            <a:r>
              <a:rPr lang="en-US" sz="3200" dirty="0">
                <a:solidFill>
                  <a:schemeClr val="bg1"/>
                </a:solidFill>
                <a:latin typeface="Cambria" pitchFamily="34" charset="0"/>
                <a:ea typeface="Cambria" pitchFamily="34" charset="-122"/>
                <a:cs typeface="Cambria" pitchFamily="34" charset="-120"/>
              </a:rPr>
              <a:t>. For physical training is of some value, but </a:t>
            </a:r>
            <a:pPr indent="0" marL="0">
              <a:lnSpc>
                <a:spcPct val="108000"/>
              </a:lnSpc>
              <a:spcAft>
                <a:spcPts val="600"/>
              </a:spcAft>
              <a:buNone/>
            </a:pPr>
            <a:r>
              <a:rPr lang="en-US" sz="3200" b="1" dirty="0">
                <a:solidFill>
                  <a:schemeClr val="accent1"/>
                </a:solidFill>
                <a:latin typeface="Cambria" pitchFamily="34" charset="0"/>
                <a:ea typeface="Cambria" pitchFamily="34" charset="-122"/>
                <a:cs typeface="Cambria" pitchFamily="34" charset="-120"/>
              </a:rPr>
              <a:t>godliness has value for all things</a:t>
            </a:r>
            <a:pPr indent="0" marL="0">
              <a:lnSpc>
                <a:spcPct val="108000"/>
              </a:lnSpc>
              <a:spcAft>
                <a:spcPts val="600"/>
              </a:spcAft>
              <a:buNone/>
            </a:pPr>
            <a:r>
              <a:rPr lang="en-US" sz="3200" dirty="0">
                <a:solidFill>
                  <a:schemeClr val="bg1"/>
                </a:solidFill>
                <a:latin typeface="Cambria" pitchFamily="34" charset="0"/>
                <a:ea typeface="Cambria" pitchFamily="34" charset="-122"/>
                <a:cs typeface="Cambria" pitchFamily="34" charset="-120"/>
              </a:rPr>
              <a:t>, holding promise for both the present life and the life to come.</a:t>
            </a:r>
            <a:endParaRPr lang="en-US" sz="3200" dirty="0"/>
          </a:p>
        </p:txBody>
      </p:sp>
      <p:sp>
        <p:nvSpPr>
          <p:cNvPr id="5" name="Reference"/>
          <p:cNvSpPr txBox="1"/>
          <p:nvPr/>
        </p:nvSpPr>
        <p:spPr>
          <a:xfrm>
            <a:off x="822960" y="5532120"/>
            <a:ext cx="8229600" cy="640080"/>
          </a:xfrm>
          <a:prstGeom prst="rect">
            <a:avLst/>
          </a:prstGeom>
          <a:noFill/>
          <a:ln/>
        </p:spPr>
        <p:txBody>
          <a:bodyPr wrap="square" lIns="0" tIns="0" rIns="0" bIns="0" rtlCol="0" anchor="ctr"/>
          <a:lstStyle/>
          <a:p>
            <a:pPr indent="0" marL="0">
              <a:buNone/>
            </a:pPr>
            <a:r>
              <a:rPr lang="en-US" sz="2800" b="1" dirty="0">
                <a:solidFill>
                  <a:schemeClr val="accent1"/>
                </a:solidFill>
              </a:rPr>
              <a:t>— 1 Timothy 4:7–8 (NIV)</a:t>
            </a:r>
            <a:endParaRPr lang="en-US" sz="2800" dirty="0"/>
          </a:p>
        </p:txBody>
      </p:sp>
      <p:sp>
        <p:nvSpPr>
          <p:cNvPr id="6" name="Verse icon"/>
          <p:cNvSpPr/>
          <p:nvPr/>
        </p:nvSpPr>
        <p:spPr>
          <a:xfrm>
            <a:off x="9418320" y="2240280"/>
            <a:ext cx="2286000" cy="2286000"/>
          </a:xfrm>
          <a:prstGeom prst="ellipse">
            <a:avLst/>
          </a:prstGeom>
          <a:solidFill>
            <a:schemeClr val="accent2"/>
          </a:solidFill>
          <a:ln/>
        </p:spPr>
      </p:sp>
      <p:pic>
        <p:nvPicPr>
          <p:cNvPr id="7" name="Verse icon glyph" descr="preencoded.png">    </p:cNvPr>
          <p:cNvPicPr>
            <a:picLocks noChangeAspect="1"/>
          </p:cNvPicPr>
          <p:nvPr/>
        </p:nvPicPr>
        <p:blipFill>
          <a:blip r:embed="rId1"/>
          <a:stretch>
            <a:fillRect/>
          </a:stretch>
        </p:blipFill>
        <p:spPr>
          <a:xfrm>
            <a:off x="9966960" y="2788920"/>
            <a:ext cx="1188720" cy="1188720"/>
          </a:xfrm>
          <a:prstGeom prst="rect">
            <a:avLst/>
          </a:prstGeom>
        </p:spPr>
      </p:pic>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0"/>
          <p:cNvSpPr/>
          <p:nvPr>
            <p:ph idx="100" type="title" hasCustomPrompt="1"/>
          </p:nvPr>
        </p:nvSpPr>
        <p:spPr>
          <a:xfrm>
            <a:off x="548640" y="320040"/>
            <a:ext cx="11064240" cy="1005840"/>
          </a:xfrm>
          <a:prstGeom prst="rect">
            <a:avLst/>
          </a:prstGeom>
          <a:noFill/>
          <a:ln/>
        </p:spPr>
        <p:txBody>
          <a:bodyPr wrap="square" lIns="0" tIns="0" rIns="0" bIns="0" rtlCol="0" anchor="ctr"/>
          <a:lstStyle/>
          <a:p>
            <a:pPr indent="0" marL="0">
              <a:buNone/>
            </a:pPr>
            <a:r>
              <a:rPr lang="en-US" sz="4000" b="1" dirty="0">
                <a:solidFill>
                  <a:schemeClr val="tx2"/>
                </a:solidFill>
              </a:rPr>
              <a:t>Walking in integrity and godliness</a:t>
            </a:r>
            <a:endParaRPr lang="en-US" sz="4000" dirty="0"/>
          </a:p>
        </p:txBody>
      </p:sp>
      <p:sp>
        <p:nvSpPr>
          <p:cNvPr id="4" name="Text 1"/>
          <p:cNvSpPr txBox="1"/>
          <p:nvPr/>
        </p:nvSpPr>
        <p:spPr>
          <a:xfrm>
            <a:off x="548640" y="1371600"/>
            <a:ext cx="11064240" cy="685800"/>
          </a:xfrm>
          <a:prstGeom prst="rect">
            <a:avLst/>
          </a:prstGeom>
          <a:noFill/>
          <a:ln/>
        </p:spPr>
        <p:txBody>
          <a:bodyPr wrap="square" lIns="0" tIns="0" rIns="0" bIns="0" rtlCol="0" anchor="ctr"/>
          <a:lstStyle/>
          <a:p>
            <a:pPr indent="0" marL="0">
              <a:buNone/>
            </a:pPr>
            <a:r>
              <a:rPr lang="en-US" sz="3000" i="1" dirty="0">
                <a:solidFill>
                  <a:schemeClr val="accent2"/>
                </a:solidFill>
                <a:latin typeface="Cambria" pitchFamily="34" charset="0"/>
                <a:ea typeface="Cambria" pitchFamily="34" charset="-122"/>
                <a:cs typeface="Cambria" pitchFamily="34" charset="-120"/>
              </a:rPr>
              <a:t>The Bible says, “Train yourself to be godly.”</a:t>
            </a:r>
            <a:endParaRPr lang="en-US" sz="3000" dirty="0"/>
          </a:p>
        </p:txBody>
      </p:sp>
      <p:sp>
        <p:nvSpPr>
          <p:cNvPr id="5" name="GODLY card"/>
          <p:cNvSpPr/>
          <p:nvPr/>
        </p:nvSpPr>
        <p:spPr>
          <a:xfrm>
            <a:off x="548640" y="2331720"/>
            <a:ext cx="5394960" cy="3611880"/>
          </a:xfrm>
          <a:prstGeom prst="roundRect">
            <a:avLst>
              <a:gd name="adj" fmla="val 5063"/>
            </a:avLst>
          </a:prstGeom>
          <a:solidFill>
            <a:schemeClr val="bg2"/>
          </a:solidFill>
          <a:ln/>
          <a:effectLst>
            <a:outerShdw sx="100000" sy="100000" kx="0" ky="0" algn="bl" rotWithShape="0" blurRad="127000" dist="38100" dir="5400000">
              <a:srgbClr val="1E4D2B">
                <a:alpha val="18000"/>
              </a:srgbClr>
            </a:outerShdw>
          </a:effectLst>
        </p:spPr>
      </p:sp>
      <p:sp>
        <p:nvSpPr>
          <p:cNvPr id="6" name="GODLY icon"/>
          <p:cNvSpPr/>
          <p:nvPr/>
        </p:nvSpPr>
        <p:spPr>
          <a:xfrm>
            <a:off x="960120" y="2651760"/>
            <a:ext cx="1371600" cy="1371600"/>
          </a:xfrm>
          <a:prstGeom prst="ellipse">
            <a:avLst/>
          </a:prstGeom>
          <a:solidFill>
            <a:schemeClr val="accent2"/>
          </a:solidFill>
          <a:ln/>
        </p:spPr>
      </p:sp>
      <p:pic>
        <p:nvPicPr>
          <p:cNvPr id="7" name="GODLY icon glyph" descr="preencoded.png">    </p:cNvPr>
          <p:cNvPicPr>
            <a:picLocks noChangeAspect="1"/>
          </p:cNvPicPr>
          <p:nvPr/>
        </p:nvPicPr>
        <p:blipFill>
          <a:blip r:embed="rId1"/>
          <a:stretch>
            <a:fillRect/>
          </a:stretch>
        </p:blipFill>
        <p:spPr>
          <a:xfrm>
            <a:off x="1289304" y="2980944"/>
            <a:ext cx="713232" cy="713232"/>
          </a:xfrm>
          <a:prstGeom prst="rect">
            <a:avLst/>
          </a:prstGeom>
        </p:spPr>
      </p:pic>
      <p:sp>
        <p:nvSpPr>
          <p:cNvPr id="8" name="Text 4"/>
          <p:cNvSpPr txBox="1"/>
          <p:nvPr/>
        </p:nvSpPr>
        <p:spPr>
          <a:xfrm>
            <a:off x="2560320" y="2788920"/>
            <a:ext cx="3108960" cy="457200"/>
          </a:xfrm>
          <a:prstGeom prst="rect">
            <a:avLst/>
          </a:prstGeom>
          <a:noFill/>
          <a:ln/>
        </p:spPr>
        <p:txBody>
          <a:bodyPr wrap="square" lIns="0" tIns="0" rIns="0" bIns="0" rtlCol="0" anchor="ctr"/>
          <a:lstStyle/>
          <a:p>
            <a:pPr indent="0" marL="0">
              <a:buNone/>
            </a:pPr>
            <a:r>
              <a:rPr lang="en-US" sz="2400" i="1" dirty="0">
                <a:solidFill>
                  <a:schemeClr val="tx1"/>
                </a:solidFill>
              </a:rPr>
              <a:t>To be</a:t>
            </a:r>
            <a:endParaRPr lang="en-US" sz="2400" dirty="0"/>
          </a:p>
        </p:txBody>
      </p:sp>
      <p:sp>
        <p:nvSpPr>
          <p:cNvPr id="9" name="Text 5"/>
          <p:cNvSpPr txBox="1"/>
          <p:nvPr/>
        </p:nvSpPr>
        <p:spPr>
          <a:xfrm>
            <a:off x="2560320" y="3200400"/>
            <a:ext cx="3200400" cy="731520"/>
          </a:xfrm>
          <a:prstGeom prst="rect">
            <a:avLst/>
          </a:prstGeom>
          <a:noFill/>
          <a:ln/>
        </p:spPr>
        <p:txBody>
          <a:bodyPr wrap="square" lIns="0" tIns="0" rIns="0" bIns="0" rtlCol="0" anchor="ctr"/>
          <a:lstStyle/>
          <a:p>
            <a:pPr indent="0" marL="0">
              <a:buNone/>
            </a:pPr>
            <a:r>
              <a:rPr lang="en-US" sz="3800" b="1" dirty="0">
                <a:solidFill>
                  <a:schemeClr val="accent2"/>
                </a:solidFill>
                <a:latin typeface="Cambria" pitchFamily="34" charset="0"/>
                <a:ea typeface="Cambria" pitchFamily="34" charset="-122"/>
                <a:cs typeface="Cambria" pitchFamily="34" charset="-120"/>
              </a:rPr>
              <a:t>GODLY</a:t>
            </a:r>
            <a:endParaRPr lang="en-US" sz="3800" dirty="0"/>
          </a:p>
        </p:txBody>
      </p:sp>
      <p:sp>
        <p:nvSpPr>
          <p:cNvPr id="10" name="Text 6"/>
          <p:cNvSpPr txBox="1"/>
          <p:nvPr/>
        </p:nvSpPr>
        <p:spPr>
          <a:xfrm>
            <a:off x="960120" y="4206240"/>
            <a:ext cx="4572000" cy="457200"/>
          </a:xfrm>
          <a:prstGeom prst="rect">
            <a:avLst/>
          </a:prstGeom>
          <a:noFill/>
          <a:ln/>
        </p:spPr>
        <p:txBody>
          <a:bodyPr wrap="square" lIns="0" tIns="0" rIns="0" bIns="0" rtlCol="0" anchor="ctr"/>
          <a:lstStyle/>
          <a:p>
            <a:pPr indent="0" marL="0">
              <a:buNone/>
            </a:pPr>
            <a:r>
              <a:rPr lang="en-US" sz="2400" i="1" dirty="0">
                <a:solidFill>
                  <a:schemeClr val="tx1"/>
                </a:solidFill>
              </a:rPr>
              <a:t>means</a:t>
            </a:r>
            <a:endParaRPr lang="en-US" sz="2400" dirty="0"/>
          </a:p>
        </p:txBody>
      </p:sp>
      <p:sp>
        <p:nvSpPr>
          <p:cNvPr id="11" name="Text 7"/>
          <p:cNvSpPr txBox="1"/>
          <p:nvPr/>
        </p:nvSpPr>
        <p:spPr>
          <a:xfrm>
            <a:off x="960120" y="4617720"/>
            <a:ext cx="4663440" cy="1097280"/>
          </a:xfrm>
          <a:prstGeom prst="rect">
            <a:avLst/>
          </a:prstGeom>
          <a:noFill/>
          <a:ln/>
        </p:spPr>
        <p:txBody>
          <a:bodyPr wrap="square" lIns="0" tIns="0" rIns="0" bIns="0" rtlCol="0" anchor="t"/>
          <a:lstStyle/>
          <a:p>
            <a:pPr indent="0" marL="0">
              <a:buNone/>
            </a:pPr>
            <a:r>
              <a:rPr lang="en-US" sz="3200" b="1" dirty="0">
                <a:solidFill>
                  <a:schemeClr val="tx2"/>
                </a:solidFill>
              </a:rPr>
              <a:t>Living a God-centered life</a:t>
            </a:r>
            <a:endParaRPr lang="en-US" sz="3200" dirty="0"/>
          </a:p>
        </p:txBody>
      </p:sp>
      <p:sp>
        <p:nvSpPr>
          <p:cNvPr id="12" name="INTEGRITY card"/>
          <p:cNvSpPr/>
          <p:nvPr/>
        </p:nvSpPr>
        <p:spPr>
          <a:xfrm>
            <a:off x="6217920" y="2331720"/>
            <a:ext cx="5394960" cy="3611880"/>
          </a:xfrm>
          <a:prstGeom prst="roundRect">
            <a:avLst>
              <a:gd name="adj" fmla="val 5063"/>
            </a:avLst>
          </a:prstGeom>
          <a:solidFill>
            <a:schemeClr val="bg2"/>
          </a:solidFill>
          <a:ln/>
          <a:effectLst>
            <a:outerShdw sx="100000" sy="100000" kx="0" ky="0" algn="bl" rotWithShape="0" blurRad="127000" dist="38100" dir="5400000">
              <a:srgbClr val="1E4D2B">
                <a:alpha val="18000"/>
              </a:srgbClr>
            </a:outerShdw>
          </a:effectLst>
        </p:spPr>
      </p:sp>
      <p:sp>
        <p:nvSpPr>
          <p:cNvPr id="13" name="INTEGRITY icon"/>
          <p:cNvSpPr/>
          <p:nvPr/>
        </p:nvSpPr>
        <p:spPr>
          <a:xfrm>
            <a:off x="6629400" y="2651760"/>
            <a:ext cx="1371600" cy="1371600"/>
          </a:xfrm>
          <a:prstGeom prst="ellipse">
            <a:avLst/>
          </a:prstGeom>
          <a:solidFill>
            <a:schemeClr val="accent2"/>
          </a:solidFill>
          <a:ln/>
        </p:spPr>
      </p:sp>
      <p:pic>
        <p:nvPicPr>
          <p:cNvPr id="14" name="INTEGRITY icon glyph" descr="preencoded.png">    </p:cNvPr>
          <p:cNvPicPr>
            <a:picLocks noChangeAspect="1"/>
          </p:cNvPicPr>
          <p:nvPr/>
        </p:nvPicPr>
        <p:blipFill>
          <a:blip r:embed="rId2"/>
          <a:stretch>
            <a:fillRect/>
          </a:stretch>
        </p:blipFill>
        <p:spPr>
          <a:xfrm>
            <a:off x="6958584" y="2980944"/>
            <a:ext cx="713232" cy="713232"/>
          </a:xfrm>
          <a:prstGeom prst="rect">
            <a:avLst/>
          </a:prstGeom>
        </p:spPr>
      </p:pic>
      <p:sp>
        <p:nvSpPr>
          <p:cNvPr id="15" name="Text 10"/>
          <p:cNvSpPr txBox="1"/>
          <p:nvPr/>
        </p:nvSpPr>
        <p:spPr>
          <a:xfrm>
            <a:off x="8229600" y="2788920"/>
            <a:ext cx="3108960" cy="457200"/>
          </a:xfrm>
          <a:prstGeom prst="rect">
            <a:avLst/>
          </a:prstGeom>
          <a:noFill/>
          <a:ln/>
        </p:spPr>
        <p:txBody>
          <a:bodyPr wrap="square" lIns="0" tIns="0" rIns="0" bIns="0" rtlCol="0" anchor="ctr"/>
          <a:lstStyle/>
          <a:p>
            <a:pPr indent="0" marL="0">
              <a:buNone/>
            </a:pPr>
            <a:r>
              <a:rPr lang="en-US" sz="2400" i="1" dirty="0">
                <a:solidFill>
                  <a:schemeClr val="tx1"/>
                </a:solidFill>
              </a:rPr>
              <a:t>To be</a:t>
            </a:r>
            <a:endParaRPr lang="en-US" sz="2400" dirty="0"/>
          </a:p>
        </p:txBody>
      </p:sp>
      <p:sp>
        <p:nvSpPr>
          <p:cNvPr id="16" name="Text 11"/>
          <p:cNvSpPr txBox="1"/>
          <p:nvPr/>
        </p:nvSpPr>
        <p:spPr>
          <a:xfrm>
            <a:off x="8229600" y="3200400"/>
            <a:ext cx="3200400" cy="731520"/>
          </a:xfrm>
          <a:prstGeom prst="rect">
            <a:avLst/>
          </a:prstGeom>
          <a:noFill/>
          <a:ln/>
        </p:spPr>
        <p:txBody>
          <a:bodyPr wrap="square" lIns="0" tIns="0" rIns="0" bIns="0" rtlCol="0" anchor="ctr"/>
          <a:lstStyle/>
          <a:p>
            <a:pPr indent="0" marL="0">
              <a:buNone/>
            </a:pPr>
            <a:r>
              <a:rPr lang="en-US" sz="3800" b="1" dirty="0">
                <a:solidFill>
                  <a:schemeClr val="accent2"/>
                </a:solidFill>
                <a:latin typeface="Cambria" pitchFamily="34" charset="0"/>
                <a:ea typeface="Cambria" pitchFamily="34" charset="-122"/>
                <a:cs typeface="Cambria" pitchFamily="34" charset="-120"/>
              </a:rPr>
              <a:t>INTEGRITY</a:t>
            </a:r>
            <a:endParaRPr lang="en-US" sz="3800" dirty="0"/>
          </a:p>
        </p:txBody>
      </p:sp>
      <p:sp>
        <p:nvSpPr>
          <p:cNvPr id="17" name="Text 12"/>
          <p:cNvSpPr txBox="1"/>
          <p:nvPr/>
        </p:nvSpPr>
        <p:spPr>
          <a:xfrm>
            <a:off x="6629400" y="4206240"/>
            <a:ext cx="4572000" cy="457200"/>
          </a:xfrm>
          <a:prstGeom prst="rect">
            <a:avLst/>
          </a:prstGeom>
          <a:noFill/>
          <a:ln/>
        </p:spPr>
        <p:txBody>
          <a:bodyPr wrap="square" lIns="0" tIns="0" rIns="0" bIns="0" rtlCol="0" anchor="ctr"/>
          <a:lstStyle/>
          <a:p>
            <a:pPr indent="0" marL="0">
              <a:buNone/>
            </a:pPr>
            <a:r>
              <a:rPr lang="en-US" sz="2400" i="1" dirty="0">
                <a:solidFill>
                  <a:schemeClr val="tx1"/>
                </a:solidFill>
              </a:rPr>
              <a:t>means</a:t>
            </a:r>
            <a:endParaRPr lang="en-US" sz="2400" dirty="0"/>
          </a:p>
        </p:txBody>
      </p:sp>
      <p:sp>
        <p:nvSpPr>
          <p:cNvPr id="18" name="Text 13"/>
          <p:cNvSpPr txBox="1"/>
          <p:nvPr/>
        </p:nvSpPr>
        <p:spPr>
          <a:xfrm>
            <a:off x="6629400" y="4617720"/>
            <a:ext cx="4663440" cy="1097280"/>
          </a:xfrm>
          <a:prstGeom prst="rect">
            <a:avLst/>
          </a:prstGeom>
          <a:noFill/>
          <a:ln/>
        </p:spPr>
        <p:txBody>
          <a:bodyPr wrap="square" lIns="0" tIns="0" rIns="0" bIns="0" rtlCol="0" anchor="t"/>
          <a:lstStyle/>
          <a:p>
            <a:pPr indent="0" marL="0">
              <a:buNone/>
            </a:pPr>
            <a:r>
              <a:rPr lang="en-US" sz="3200" b="1" dirty="0">
                <a:solidFill>
                  <a:schemeClr val="tx2"/>
                </a:solidFill>
              </a:rPr>
              <a:t>Being upright morally</a:t>
            </a:r>
            <a:endParaRPr lang="en-US" sz="3200" dirty="0"/>
          </a:p>
        </p:txBody>
      </p:sp>
      <p:sp>
        <p:nvSpPr>
          <p:cNvPr id="25" name="Slide Number Placeholder 0"/>
          <p:cNvSpPr>
            <a:spLocks noGrp="1"/>
          </p:cNvSpPr>
          <p:nvPr>
            <p:ph type="sldNum" sz="quarter" idx="4294967295"/>
          </p:nvPr>
        </p:nvSpPr>
        <p:spPr>
          <a:xfrm>
            <a:off x="11201400" y="6355080"/>
            <a:ext cx="640080" cy="365760"/>
          </a:xfrm>
          <a:prstGeom prst="rect">
            <a:avLst/>
          </a:prstGeom>
          <a:extLst>
            <a:ext uri="{C572A759-6A51-4108-AA02-DFA0A04FC94B}">
              <ma14:wrappingTextBoxFlag xmlns:ma14="http://schemas.microsoft.com/office/mac/drawingml/2011/main" val="0"/>
            </a:ext>
          </a:extLst>
        </p:spPr>
        <p:txBody>
          <a:bodyPr/>
          <a:lstStyle>
            <a:lvl1pPr>
              <a:defRPr sz="1400">
                <a:solidFill>
                  <a:srgbClr val="5E7A64"/>
                </a:solidFill>
              </a:defRPr>
            </a:lvl1pPr>
          </a:lstStyle>
          <a:p>
            <a:pPr algn="r"/>
            <a:fld id="{F7021451-1387-4CA6-816F-3879F97B5CBC}" type="slidenum">
              <a:rPr b="0" lang="en-US"/>
              <a:t>12</a:t>
            </a:fld>
            <a:endParaRPr lang="en-US"/>
          </a:p>
        </p:txBody>
      </p:sp>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Statement icon"/>
          <p:cNvSpPr/>
          <p:nvPr/>
        </p:nvSpPr>
        <p:spPr>
          <a:xfrm>
            <a:off x="822960" y="1737360"/>
            <a:ext cx="3108960" cy="3108960"/>
          </a:xfrm>
          <a:prstGeom prst="ellipse">
            <a:avLst/>
          </a:prstGeom>
          <a:solidFill>
            <a:schemeClr val="accent4"/>
          </a:solidFill>
          <a:ln/>
        </p:spPr>
      </p:sp>
      <p:pic>
        <p:nvPicPr>
          <p:cNvPr id="4" name="Statement icon glyph" descr="preencoded.png">    </p:cNvPr>
          <p:cNvPicPr>
            <a:picLocks noChangeAspect="1"/>
          </p:cNvPicPr>
          <p:nvPr/>
        </p:nvPicPr>
        <p:blipFill>
          <a:blip r:embed="rId1"/>
          <a:stretch>
            <a:fillRect/>
          </a:stretch>
        </p:blipFill>
        <p:spPr>
          <a:xfrm>
            <a:off x="1569110" y="2483510"/>
            <a:ext cx="1616659" cy="1616659"/>
          </a:xfrm>
          <a:prstGeom prst="rect">
            <a:avLst/>
          </a:prstGeom>
        </p:spPr>
      </p:pic>
      <p:sp>
        <p:nvSpPr>
          <p:cNvPr id="5" name="Lead-in"/>
          <p:cNvSpPr txBox="1"/>
          <p:nvPr/>
        </p:nvSpPr>
        <p:spPr>
          <a:xfrm>
            <a:off x="4572000" y="1188720"/>
            <a:ext cx="6949440" cy="1828800"/>
          </a:xfrm>
          <a:prstGeom prst="rect">
            <a:avLst/>
          </a:prstGeom>
          <a:noFill/>
          <a:ln/>
        </p:spPr>
        <p:txBody>
          <a:bodyPr wrap="square" lIns="0" tIns="0" rIns="0" bIns="0" rtlCol="0" anchor="b"/>
          <a:lstStyle/>
          <a:p>
            <a:pPr indent="0" marL="0">
              <a:buNone/>
            </a:pPr>
            <a:r>
              <a:rPr lang="en-US" sz="4000" dirty="0">
                <a:solidFill>
                  <a:schemeClr val="tx2"/>
                </a:solidFill>
                <a:latin typeface="Cambria" pitchFamily="34" charset="0"/>
                <a:ea typeface="Cambria" pitchFamily="34" charset="-122"/>
                <a:cs typeface="Cambria" pitchFamily="34" charset="-120"/>
              </a:rPr>
              <a:t>To live in integrity means to live on what is right — all the time.</a:t>
            </a:r>
            <a:endParaRPr lang="en-US" sz="4000" dirty="0"/>
          </a:p>
        </p:txBody>
      </p:sp>
      <p:sp>
        <p:nvSpPr>
          <p:cNvPr id="6" name="Key phrase"/>
          <p:cNvSpPr txBox="1"/>
          <p:nvPr/>
        </p:nvSpPr>
        <p:spPr>
          <a:xfrm>
            <a:off x="4572000" y="3200400"/>
            <a:ext cx="6949440" cy="2377440"/>
          </a:xfrm>
          <a:prstGeom prst="rect">
            <a:avLst/>
          </a:prstGeom>
          <a:noFill/>
          <a:ln/>
        </p:spPr>
        <p:txBody>
          <a:bodyPr wrap="square" lIns="0" tIns="0" rIns="0" bIns="0" rtlCol="0" anchor="t"/>
          <a:lstStyle/>
          <a:p>
            <a:pPr indent="0" marL="0">
              <a:buNone/>
            </a:pPr>
            <a:r>
              <a:rPr lang="en-US" sz="6000" b="1" dirty="0">
                <a:solidFill>
                  <a:schemeClr val="accent4"/>
                </a:solidFill>
                <a:latin typeface="Cambria" pitchFamily="34" charset="0"/>
                <a:ea typeface="Cambria" pitchFamily="34" charset="-122"/>
                <a:cs typeface="Cambria" pitchFamily="34" charset="-120"/>
              </a:rPr>
              <a:t>No compromise with sin!</a:t>
            </a:r>
            <a:endParaRPr lang="en-US" sz="6000" dirty="0"/>
          </a:p>
        </p:txBody>
      </p:sp>
      <p:sp>
        <p:nvSpPr>
          <p:cNvPr id="25" name="Slide Number Placeholder 0"/>
          <p:cNvSpPr>
            <a:spLocks noGrp="1"/>
          </p:cNvSpPr>
          <p:nvPr>
            <p:ph type="sldNum" sz="quarter" idx="4294967295"/>
          </p:nvPr>
        </p:nvSpPr>
        <p:spPr>
          <a:xfrm>
            <a:off x="11201400" y="6355080"/>
            <a:ext cx="640080" cy="365760"/>
          </a:xfrm>
          <a:prstGeom prst="rect">
            <a:avLst/>
          </a:prstGeom>
          <a:extLst>
            <a:ext uri="{C572A759-6A51-4108-AA02-DFA0A04FC94B}">
              <ma14:wrappingTextBoxFlag xmlns:ma14="http://schemas.microsoft.com/office/mac/drawingml/2011/main" val="0"/>
            </a:ext>
          </a:extLst>
        </p:spPr>
        <p:txBody>
          <a:bodyPr/>
          <a:lstStyle>
            <a:lvl1pPr>
              <a:defRPr sz="1400">
                <a:solidFill>
                  <a:srgbClr val="5E7A64"/>
                </a:solidFill>
              </a:defRPr>
            </a:lvl1pPr>
          </a:lstStyle>
          <a:p>
            <a:pPr algn="r"/>
            <a:fld id="{F7021451-1387-4CA6-816F-3879F97B5CBC}" type="slidenum">
              <a:rPr b="0" lang="en-US"/>
              <a:t>13</a:t>
            </a:fld>
            <a:endParaRPr lang="en-US"/>
          </a:p>
        </p:txBody>
      </p:sp>
    </p:spTree>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Section number"/>
          <p:cNvSpPr txBox="1"/>
          <p:nvPr/>
        </p:nvSpPr>
        <p:spPr>
          <a:xfrm>
            <a:off x="548640" y="914400"/>
            <a:ext cx="2743200" cy="4206240"/>
          </a:xfrm>
          <a:prstGeom prst="rect">
            <a:avLst/>
          </a:prstGeom>
          <a:noFill/>
          <a:ln/>
        </p:spPr>
        <p:txBody>
          <a:bodyPr wrap="square" lIns="0" tIns="0" rIns="0" bIns="0" rtlCol="0" anchor="ctr"/>
          <a:lstStyle/>
          <a:p>
            <a:pPr algn="ctr" indent="0" marL="0">
              <a:buNone/>
            </a:pPr>
            <a:r>
              <a:rPr lang="en-US" sz="28000" b="1" dirty="0">
                <a:solidFill>
                  <a:schemeClr val="accent3"/>
                </a:solidFill>
                <a:latin typeface="Cambria" pitchFamily="34" charset="0"/>
                <a:ea typeface="Cambria" pitchFamily="34" charset="-122"/>
                <a:cs typeface="Cambria" pitchFamily="34" charset="-120"/>
              </a:rPr>
              <a:t>3</a:t>
            </a:r>
            <a:endParaRPr lang="en-US" sz="28000" dirty="0"/>
          </a:p>
        </p:txBody>
      </p:sp>
      <p:sp>
        <p:nvSpPr>
          <p:cNvPr id="4" name="Kicker"/>
          <p:cNvSpPr txBox="1"/>
          <p:nvPr/>
        </p:nvSpPr>
        <p:spPr>
          <a:xfrm>
            <a:off x="3474720" y="1965960"/>
            <a:ext cx="5120640" cy="640080"/>
          </a:xfrm>
          <a:prstGeom prst="rect">
            <a:avLst/>
          </a:prstGeom>
          <a:noFill/>
          <a:ln/>
        </p:spPr>
        <p:txBody>
          <a:bodyPr wrap="square" lIns="0" tIns="0" rIns="0" bIns="0" rtlCol="0" anchor="ctr"/>
          <a:lstStyle/>
          <a:p>
            <a:pPr indent="0" marL="0">
              <a:buNone/>
            </a:pPr>
            <a:r>
              <a:rPr lang="en-US" sz="3000" b="1" spc="1000" kern="0" dirty="0">
                <a:solidFill>
                  <a:schemeClr val="bg2"/>
                </a:solidFill>
              </a:rPr>
              <a:t>SOW</a:t>
            </a:r>
            <a:endParaRPr lang="en-US" sz="3000" dirty="0"/>
          </a:p>
        </p:txBody>
      </p:sp>
      <p:sp>
        <p:nvSpPr>
          <p:cNvPr id="5" name="Section title"/>
          <p:cNvSpPr txBox="1"/>
          <p:nvPr/>
        </p:nvSpPr>
        <p:spPr>
          <a:xfrm>
            <a:off x="3474720" y="2606040"/>
            <a:ext cx="5303520" cy="2011680"/>
          </a:xfrm>
          <a:prstGeom prst="rect">
            <a:avLst/>
          </a:prstGeom>
          <a:noFill/>
          <a:ln/>
        </p:spPr>
        <p:txBody>
          <a:bodyPr wrap="square" lIns="0" tIns="0" rIns="0" bIns="0" rtlCol="0" anchor="t"/>
          <a:lstStyle/>
          <a:p>
            <a:pPr indent="0" marL="0">
              <a:buNone/>
            </a:pPr>
            <a:r>
              <a:rPr lang="en-US" sz="6000" b="1" dirty="0">
                <a:solidFill>
                  <a:schemeClr val="bg1"/>
                </a:solidFill>
                <a:latin typeface="Cambria" pitchFamily="34" charset="0"/>
                <a:ea typeface="Cambria" pitchFamily="34" charset="-122"/>
                <a:cs typeface="Cambria" pitchFamily="34" charset="-120"/>
              </a:rPr>
              <a:t>Spirituality</a:t>
            </a:r>
            <a:endParaRPr lang="en-US" sz="6000" dirty="0"/>
          </a:p>
        </p:txBody>
      </p:sp>
      <p:sp>
        <p:nvSpPr>
          <p:cNvPr id="6" name="Progress"/>
          <p:cNvSpPr txBox="1"/>
          <p:nvPr/>
        </p:nvSpPr>
        <p:spPr>
          <a:xfrm>
            <a:off x="3474720" y="4800600"/>
            <a:ext cx="5120640" cy="548640"/>
          </a:xfrm>
          <a:prstGeom prst="rect">
            <a:avLst/>
          </a:prstGeom>
          <a:noFill/>
          <a:ln/>
        </p:spPr>
        <p:txBody>
          <a:bodyPr wrap="square" lIns="0" tIns="0" rIns="0" bIns="0" rtlCol="0" anchor="ctr"/>
          <a:lstStyle/>
          <a:p>
            <a:pPr indent="0" marL="0">
              <a:buNone/>
            </a:pPr>
            <a:r>
              <a:rPr lang="en-US" sz="2400" i="1" dirty="0">
                <a:solidFill>
                  <a:schemeClr val="accent1"/>
                </a:solidFill>
              </a:rPr>
              <a:t>Seed 3 of 5</a:t>
            </a:r>
            <a:endParaRPr lang="en-US" sz="2400" dirty="0"/>
          </a:p>
        </p:txBody>
      </p:sp>
      <p:sp>
        <p:nvSpPr>
          <p:cNvPr id="7" name="Section icon"/>
          <p:cNvSpPr/>
          <p:nvPr/>
        </p:nvSpPr>
        <p:spPr>
          <a:xfrm>
            <a:off x="8915400" y="1874520"/>
            <a:ext cx="2926080" cy="2926080"/>
          </a:xfrm>
          <a:prstGeom prst="ellipse">
            <a:avLst/>
          </a:prstGeom>
          <a:solidFill>
            <a:schemeClr val="accent3"/>
          </a:solidFill>
          <a:ln/>
        </p:spPr>
      </p:sp>
      <p:pic>
        <p:nvPicPr>
          <p:cNvPr id="8" name="Section icon glyph" descr="preencoded.png">    </p:cNvPr>
          <p:cNvPicPr>
            <a:picLocks noChangeAspect="1"/>
          </p:cNvPicPr>
          <p:nvPr/>
        </p:nvPicPr>
        <p:blipFill>
          <a:blip r:embed="rId1"/>
          <a:stretch>
            <a:fillRect/>
          </a:stretch>
        </p:blipFill>
        <p:spPr>
          <a:xfrm>
            <a:off x="9617659" y="2576779"/>
            <a:ext cx="1521562" cy="1521562"/>
          </a:xfrm>
          <a:prstGeom prst="rect">
            <a:avLst/>
          </a:prstGeom>
        </p:spPr>
      </p:pic>
    </p:spTree>
  </p:cSld>
  <p:clrMapOvr>
    <a:masterClrMapping/>
  </p:clrMapOvr>
  <p:transition spd="slow">
    <p:push dir="u"/>
  </p:transition>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Quote mark"/>
          <p:cNvSpPr txBox="1"/>
          <p:nvPr/>
        </p:nvSpPr>
        <p:spPr>
          <a:xfrm>
            <a:off x="640080" y="228600"/>
            <a:ext cx="1463040" cy="1463040"/>
          </a:xfrm>
          <a:prstGeom prst="rect">
            <a:avLst/>
          </a:prstGeom>
          <a:noFill/>
          <a:ln/>
        </p:spPr>
        <p:txBody>
          <a:bodyPr wrap="square" lIns="0" tIns="0" rIns="0" bIns="0" rtlCol="0" anchor="ctr"/>
          <a:lstStyle/>
          <a:p>
            <a:pPr indent="0" marL="0">
              <a:buNone/>
            </a:pPr>
            <a:r>
              <a:rPr lang="en-US" sz="15000" b="1" dirty="0">
                <a:solidFill>
                  <a:schemeClr val="accent1"/>
                </a:solidFill>
                <a:latin typeface="Cambria" pitchFamily="34" charset="0"/>
                <a:ea typeface="Cambria" pitchFamily="34" charset="-122"/>
                <a:cs typeface="Cambria" pitchFamily="34" charset="-120"/>
              </a:rPr>
              <a:t>“</a:t>
            </a:r>
            <a:endParaRPr lang="en-US" sz="15000" dirty="0"/>
          </a:p>
        </p:txBody>
      </p:sp>
      <p:sp>
        <p:nvSpPr>
          <p:cNvPr id="4" name="Verse"/>
          <p:cNvSpPr txBox="1"/>
          <p:nvPr/>
        </p:nvSpPr>
        <p:spPr>
          <a:xfrm>
            <a:off x="822960" y="1463040"/>
            <a:ext cx="5852160" cy="3840480"/>
          </a:xfrm>
          <a:prstGeom prst="rect">
            <a:avLst/>
          </a:prstGeom>
          <a:noFill/>
          <a:ln/>
        </p:spPr>
        <p:txBody>
          <a:bodyPr wrap="square" lIns="0" tIns="0" rIns="0" bIns="0" rtlCol="0" anchor="ctr"/>
          <a:lstStyle/>
          <a:p>
            <a:pPr indent="0" marL="0">
              <a:lnSpc>
                <a:spcPct val="108000"/>
              </a:lnSpc>
              <a:buNone/>
            </a:pPr>
            <a:r>
              <a:rPr lang="en-US" sz="3800" b="1" dirty="0">
                <a:solidFill>
                  <a:schemeClr val="accent1"/>
                </a:solidFill>
                <a:latin typeface="Cambria" pitchFamily="34" charset="0"/>
                <a:ea typeface="Cambria" pitchFamily="34" charset="-122"/>
                <a:cs typeface="Cambria" pitchFamily="34" charset="-120"/>
              </a:rPr>
              <a:t>You are the light of the world</a:t>
            </a:r>
            <a:pPr indent="0" marL="0">
              <a:lnSpc>
                <a:spcPct val="108000"/>
              </a:lnSpc>
              <a:buNone/>
            </a:pPr>
            <a:r>
              <a:rPr lang="en-US" sz="3800" dirty="0">
                <a:solidFill>
                  <a:schemeClr val="bg1"/>
                </a:solidFill>
                <a:latin typeface="Cambria" pitchFamily="34" charset="0"/>
                <a:ea typeface="Cambria" pitchFamily="34" charset="-122"/>
                <a:cs typeface="Cambria" pitchFamily="34" charset="-120"/>
              </a:rPr>
              <a:t> — like a city on a mountain, glowing in the night for all to see.</a:t>
            </a:r>
            <a:endParaRPr lang="en-US" sz="3800" dirty="0"/>
          </a:p>
        </p:txBody>
      </p:sp>
      <p:sp>
        <p:nvSpPr>
          <p:cNvPr id="5" name="Reference"/>
          <p:cNvSpPr txBox="1"/>
          <p:nvPr/>
        </p:nvSpPr>
        <p:spPr>
          <a:xfrm>
            <a:off x="822960" y="5532120"/>
            <a:ext cx="5852160" cy="640080"/>
          </a:xfrm>
          <a:prstGeom prst="rect">
            <a:avLst/>
          </a:prstGeom>
          <a:noFill/>
          <a:ln/>
        </p:spPr>
        <p:txBody>
          <a:bodyPr wrap="square" lIns="0" tIns="0" rIns="0" bIns="0" rtlCol="0" anchor="ctr"/>
          <a:lstStyle/>
          <a:p>
            <a:pPr indent="0" marL="0">
              <a:buNone/>
            </a:pPr>
            <a:r>
              <a:rPr lang="en-US" sz="2800" b="1" dirty="0">
                <a:solidFill>
                  <a:schemeClr val="accent1"/>
                </a:solidFill>
              </a:rPr>
              <a:t>— Matthew 5:14 (NLT)</a:t>
            </a:r>
            <a:endParaRPr lang="en-US" sz="2800" dirty="0"/>
          </a:p>
        </p:txBody>
      </p:sp>
    </p:spTree>
  </p:cSld>
  <p:clrMapOvr>
    <a:masterClrMapping/>
  </p:clrMapOvr>
  <p:transition spd="med">
    <p:fade/>
  </p:transition>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ext 0"/>
          <p:cNvSpPr/>
          <p:nvPr>
            <p:ph idx="100" type="title" hasCustomPrompt="1"/>
          </p:nvPr>
        </p:nvSpPr>
        <p:spPr>
          <a:xfrm>
            <a:off x="548640" y="320040"/>
            <a:ext cx="11064240" cy="1005840"/>
          </a:xfrm>
          <a:prstGeom prst="rect">
            <a:avLst/>
          </a:prstGeom>
          <a:noFill/>
          <a:ln/>
        </p:spPr>
        <p:txBody>
          <a:bodyPr wrap="square" lIns="0" tIns="0" rIns="0" bIns="0" rtlCol="0" anchor="ctr"/>
          <a:lstStyle/>
          <a:p>
            <a:pPr indent="0" marL="0">
              <a:buNone/>
            </a:pPr>
            <a:r>
              <a:rPr lang="en-US" sz="4000" b="1" dirty="0">
                <a:solidFill>
                  <a:schemeClr val="tx2"/>
                </a:solidFill>
              </a:rPr>
              <a:t>Sowing spirituality means…</a:t>
            </a:r>
            <a:endParaRPr lang="en-US" sz="4000" dirty="0"/>
          </a:p>
        </p:txBody>
      </p:sp>
      <p:sp>
        <p:nvSpPr>
          <p:cNvPr id="4" name="Text 1"/>
          <p:cNvSpPr txBox="1"/>
          <p:nvPr/>
        </p:nvSpPr>
        <p:spPr>
          <a:xfrm>
            <a:off x="548640" y="1371600"/>
            <a:ext cx="11064240" cy="685800"/>
          </a:xfrm>
          <a:prstGeom prst="rect">
            <a:avLst/>
          </a:prstGeom>
          <a:noFill/>
          <a:ln/>
        </p:spPr>
        <p:txBody>
          <a:bodyPr wrap="square" lIns="0" tIns="0" rIns="0" bIns="0" rtlCol="0" anchor="ctr"/>
          <a:lstStyle/>
          <a:p>
            <a:pPr indent="0" marL="0">
              <a:buNone/>
            </a:pPr>
            <a:r>
              <a:rPr lang="en-US" sz="3200" i="1" dirty="0">
                <a:solidFill>
                  <a:schemeClr val="accent3"/>
                </a:solidFill>
                <a:latin typeface="Cambria" pitchFamily="34" charset="0"/>
                <a:ea typeface="Cambria" pitchFamily="34" charset="-122"/>
                <a:cs typeface="Cambria" pitchFamily="34" charset="-120"/>
              </a:rPr>
              <a:t>bringing the presence of God into your</a:t>
            </a:r>
            <a:endParaRPr lang="en-US" sz="3200" dirty="0"/>
          </a:p>
        </p:txBody>
      </p:sp>
      <p:sp>
        <p:nvSpPr>
          <p:cNvPr id="5" name="Home card"/>
          <p:cNvSpPr/>
          <p:nvPr/>
        </p:nvSpPr>
        <p:spPr>
          <a:xfrm>
            <a:off x="548640" y="2377440"/>
            <a:ext cx="3474720" cy="3566160"/>
          </a:xfrm>
          <a:prstGeom prst="roundRect">
            <a:avLst>
              <a:gd name="adj" fmla="val 5263"/>
            </a:avLst>
          </a:prstGeom>
          <a:solidFill>
            <a:schemeClr val="bg1"/>
          </a:solidFill>
          <a:ln w="12700">
            <a:solidFill>
              <a:srgbClr val="D6E8EF"/>
            </a:solidFill>
            <a:prstDash val="solid"/>
          </a:ln>
          <a:effectLst>
            <a:outerShdw sx="100000" sy="100000" kx="0" ky="0" algn="bl" rotWithShape="0" blurRad="127000" dist="38100" dir="5400000">
              <a:srgbClr val="1E4D2B">
                <a:alpha val="18000"/>
              </a:srgbClr>
            </a:outerShdw>
          </a:effectLst>
        </p:spPr>
      </p:sp>
      <p:sp>
        <p:nvSpPr>
          <p:cNvPr id="6" name="Home icon"/>
          <p:cNvSpPr/>
          <p:nvPr/>
        </p:nvSpPr>
        <p:spPr>
          <a:xfrm>
            <a:off x="1417320" y="2697480"/>
            <a:ext cx="1737360" cy="1737360"/>
          </a:xfrm>
          <a:prstGeom prst="ellipse">
            <a:avLst/>
          </a:prstGeom>
          <a:solidFill>
            <a:schemeClr val="accent3"/>
          </a:solidFill>
          <a:ln/>
        </p:spPr>
      </p:sp>
      <p:pic>
        <p:nvPicPr>
          <p:cNvPr id="7" name="Home icon glyph" descr="preencoded.png">    </p:cNvPr>
          <p:cNvPicPr>
            <a:picLocks noChangeAspect="1"/>
          </p:cNvPicPr>
          <p:nvPr/>
        </p:nvPicPr>
        <p:blipFill>
          <a:blip r:embed="rId1"/>
          <a:stretch>
            <a:fillRect/>
          </a:stretch>
        </p:blipFill>
        <p:spPr>
          <a:xfrm>
            <a:off x="1834286" y="3114446"/>
            <a:ext cx="903427" cy="903427"/>
          </a:xfrm>
          <a:prstGeom prst="rect">
            <a:avLst/>
          </a:prstGeom>
        </p:spPr>
      </p:pic>
      <p:sp>
        <p:nvSpPr>
          <p:cNvPr id="8" name="Text 4"/>
          <p:cNvSpPr txBox="1"/>
          <p:nvPr/>
        </p:nvSpPr>
        <p:spPr>
          <a:xfrm>
            <a:off x="548640" y="4709160"/>
            <a:ext cx="3474720" cy="822960"/>
          </a:xfrm>
          <a:prstGeom prst="rect">
            <a:avLst/>
          </a:prstGeom>
          <a:noFill/>
          <a:ln/>
        </p:spPr>
        <p:txBody>
          <a:bodyPr wrap="square" lIns="0" tIns="0" rIns="0" bIns="0" rtlCol="0" anchor="ctr"/>
          <a:lstStyle/>
          <a:p>
            <a:pPr algn="ctr" indent="0" marL="0">
              <a:buNone/>
            </a:pPr>
            <a:r>
              <a:rPr lang="en-US" sz="3600" b="1" dirty="0">
                <a:solidFill>
                  <a:schemeClr val="tx2"/>
                </a:solidFill>
              </a:rPr>
              <a:t>Home</a:t>
            </a:r>
            <a:endParaRPr lang="en-US" sz="3600" dirty="0"/>
          </a:p>
        </p:txBody>
      </p:sp>
      <p:sp>
        <p:nvSpPr>
          <p:cNvPr id="9" name="School card"/>
          <p:cNvSpPr/>
          <p:nvPr/>
        </p:nvSpPr>
        <p:spPr>
          <a:xfrm>
            <a:off x="4343400" y="2377440"/>
            <a:ext cx="3474720" cy="3566160"/>
          </a:xfrm>
          <a:prstGeom prst="roundRect">
            <a:avLst>
              <a:gd name="adj" fmla="val 5263"/>
            </a:avLst>
          </a:prstGeom>
          <a:solidFill>
            <a:schemeClr val="bg1"/>
          </a:solidFill>
          <a:ln w="12700">
            <a:solidFill>
              <a:srgbClr val="D6E8EF"/>
            </a:solidFill>
            <a:prstDash val="solid"/>
          </a:ln>
          <a:effectLst>
            <a:outerShdw sx="100000" sy="100000" kx="0" ky="0" algn="bl" rotWithShape="0" blurRad="127000" dist="38100" dir="5400000">
              <a:srgbClr val="1E4D2B">
                <a:alpha val="18000"/>
              </a:srgbClr>
            </a:outerShdw>
          </a:effectLst>
        </p:spPr>
      </p:sp>
      <p:sp>
        <p:nvSpPr>
          <p:cNvPr id="10" name="School icon"/>
          <p:cNvSpPr/>
          <p:nvPr/>
        </p:nvSpPr>
        <p:spPr>
          <a:xfrm>
            <a:off x="5212080" y="2697480"/>
            <a:ext cx="1737360" cy="1737360"/>
          </a:xfrm>
          <a:prstGeom prst="ellipse">
            <a:avLst/>
          </a:prstGeom>
          <a:solidFill>
            <a:schemeClr val="accent3"/>
          </a:solidFill>
          <a:ln/>
        </p:spPr>
      </p:sp>
      <p:pic>
        <p:nvPicPr>
          <p:cNvPr id="11" name="School icon glyph" descr="preencoded.png">    </p:cNvPr>
          <p:cNvPicPr>
            <a:picLocks noChangeAspect="1"/>
          </p:cNvPicPr>
          <p:nvPr/>
        </p:nvPicPr>
        <p:blipFill>
          <a:blip r:embed="rId2"/>
          <a:stretch>
            <a:fillRect/>
          </a:stretch>
        </p:blipFill>
        <p:spPr>
          <a:xfrm>
            <a:off x="5629046" y="3114446"/>
            <a:ext cx="903427" cy="903427"/>
          </a:xfrm>
          <a:prstGeom prst="rect">
            <a:avLst/>
          </a:prstGeom>
        </p:spPr>
      </p:pic>
      <p:sp>
        <p:nvSpPr>
          <p:cNvPr id="12" name="Text 7"/>
          <p:cNvSpPr txBox="1"/>
          <p:nvPr/>
        </p:nvSpPr>
        <p:spPr>
          <a:xfrm>
            <a:off x="4343400" y="4709160"/>
            <a:ext cx="3474720" cy="822960"/>
          </a:xfrm>
          <a:prstGeom prst="rect">
            <a:avLst/>
          </a:prstGeom>
          <a:noFill/>
          <a:ln/>
        </p:spPr>
        <p:txBody>
          <a:bodyPr wrap="square" lIns="0" tIns="0" rIns="0" bIns="0" rtlCol="0" anchor="ctr"/>
          <a:lstStyle/>
          <a:p>
            <a:pPr algn="ctr" indent="0" marL="0">
              <a:buNone/>
            </a:pPr>
            <a:r>
              <a:rPr lang="en-US" sz="3600" b="1" dirty="0">
                <a:solidFill>
                  <a:schemeClr val="tx2"/>
                </a:solidFill>
              </a:rPr>
              <a:t>School</a:t>
            </a:r>
            <a:endParaRPr lang="en-US" sz="3600" dirty="0"/>
          </a:p>
        </p:txBody>
      </p:sp>
      <p:sp>
        <p:nvSpPr>
          <p:cNvPr id="13" name="Workplace card"/>
          <p:cNvSpPr/>
          <p:nvPr/>
        </p:nvSpPr>
        <p:spPr>
          <a:xfrm>
            <a:off x="8138160" y="2377440"/>
            <a:ext cx="3474720" cy="3566160"/>
          </a:xfrm>
          <a:prstGeom prst="roundRect">
            <a:avLst>
              <a:gd name="adj" fmla="val 5263"/>
            </a:avLst>
          </a:prstGeom>
          <a:solidFill>
            <a:schemeClr val="bg1"/>
          </a:solidFill>
          <a:ln w="12700">
            <a:solidFill>
              <a:srgbClr val="D6E8EF"/>
            </a:solidFill>
            <a:prstDash val="solid"/>
          </a:ln>
          <a:effectLst>
            <a:outerShdw sx="100000" sy="100000" kx="0" ky="0" algn="bl" rotWithShape="0" blurRad="127000" dist="38100" dir="5400000">
              <a:srgbClr val="1E4D2B">
                <a:alpha val="18000"/>
              </a:srgbClr>
            </a:outerShdw>
          </a:effectLst>
        </p:spPr>
      </p:sp>
      <p:sp>
        <p:nvSpPr>
          <p:cNvPr id="14" name="Workplace icon"/>
          <p:cNvSpPr/>
          <p:nvPr/>
        </p:nvSpPr>
        <p:spPr>
          <a:xfrm>
            <a:off x="9006840" y="2697480"/>
            <a:ext cx="1737360" cy="1737360"/>
          </a:xfrm>
          <a:prstGeom prst="ellipse">
            <a:avLst/>
          </a:prstGeom>
          <a:solidFill>
            <a:schemeClr val="accent3"/>
          </a:solidFill>
          <a:ln/>
        </p:spPr>
      </p:sp>
      <p:pic>
        <p:nvPicPr>
          <p:cNvPr id="15" name="Workplace icon glyph" descr="preencoded.png">    </p:cNvPr>
          <p:cNvPicPr>
            <a:picLocks noChangeAspect="1"/>
          </p:cNvPicPr>
          <p:nvPr/>
        </p:nvPicPr>
        <p:blipFill>
          <a:blip r:embed="rId3"/>
          <a:stretch>
            <a:fillRect/>
          </a:stretch>
        </p:blipFill>
        <p:spPr>
          <a:xfrm>
            <a:off x="9423806" y="3114446"/>
            <a:ext cx="903427" cy="903427"/>
          </a:xfrm>
          <a:prstGeom prst="rect">
            <a:avLst/>
          </a:prstGeom>
        </p:spPr>
      </p:pic>
      <p:sp>
        <p:nvSpPr>
          <p:cNvPr id="16" name="Text 10"/>
          <p:cNvSpPr txBox="1"/>
          <p:nvPr/>
        </p:nvSpPr>
        <p:spPr>
          <a:xfrm>
            <a:off x="8138160" y="4709160"/>
            <a:ext cx="3474720" cy="822960"/>
          </a:xfrm>
          <a:prstGeom prst="rect">
            <a:avLst/>
          </a:prstGeom>
          <a:noFill/>
          <a:ln/>
        </p:spPr>
        <p:txBody>
          <a:bodyPr wrap="square" lIns="0" tIns="0" rIns="0" bIns="0" rtlCol="0" anchor="ctr"/>
          <a:lstStyle/>
          <a:p>
            <a:pPr algn="ctr" indent="0" marL="0">
              <a:buNone/>
            </a:pPr>
            <a:r>
              <a:rPr lang="en-US" sz="3600" b="1" dirty="0">
                <a:solidFill>
                  <a:schemeClr val="tx2"/>
                </a:solidFill>
              </a:rPr>
              <a:t>Workplace</a:t>
            </a:r>
            <a:endParaRPr lang="en-US" sz="3600" dirty="0"/>
          </a:p>
        </p:txBody>
      </p:sp>
      <p:sp>
        <p:nvSpPr>
          <p:cNvPr id="25" name="Slide Number Placeholder 0"/>
          <p:cNvSpPr>
            <a:spLocks noGrp="1"/>
          </p:cNvSpPr>
          <p:nvPr>
            <p:ph type="sldNum" sz="quarter" idx="4294967295"/>
          </p:nvPr>
        </p:nvSpPr>
        <p:spPr>
          <a:xfrm>
            <a:off x="11201400" y="6355080"/>
            <a:ext cx="640080" cy="365760"/>
          </a:xfrm>
          <a:prstGeom prst="rect">
            <a:avLst/>
          </a:prstGeom>
          <a:extLst>
            <a:ext uri="{C572A759-6A51-4108-AA02-DFA0A04FC94B}">
              <ma14:wrappingTextBoxFlag xmlns:ma14="http://schemas.microsoft.com/office/mac/drawingml/2011/main" val="0"/>
            </a:ext>
          </a:extLst>
        </p:spPr>
        <p:txBody>
          <a:bodyPr/>
          <a:lstStyle>
            <a:lvl1pPr>
              <a:defRPr sz="1400">
                <a:solidFill>
                  <a:srgbClr val="5E7A64"/>
                </a:solidFill>
              </a:defRPr>
            </a:lvl1pPr>
          </a:lstStyle>
          <a:p>
            <a:pPr algn="r"/>
            <a:fld id="{F7021451-1387-4CA6-816F-3879F97B5CBC}" type="slidenum">
              <a:rPr b="0" lang="en-US"/>
              <a:t>16</a:t>
            </a:fld>
            <a:endParaRPr lang="en-US"/>
          </a:p>
        </p:txBody>
      </p:sp>
    </p:spTree>
  </p:cSld>
  <p:clrMapOvr>
    <a:masterClrMapping/>
  </p:clrMapOvr>
  <p:transition spd="med">
    <p:fade/>
  </p:transition>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ext 0"/>
          <p:cNvSpPr/>
          <p:nvPr>
            <p:ph idx="100" type="title" hasCustomPrompt="1"/>
          </p:nvPr>
        </p:nvSpPr>
        <p:spPr>
          <a:xfrm>
            <a:off x="548640" y="320040"/>
            <a:ext cx="11064240" cy="1005840"/>
          </a:xfrm>
          <a:prstGeom prst="rect">
            <a:avLst/>
          </a:prstGeom>
          <a:noFill/>
          <a:ln/>
        </p:spPr>
        <p:txBody>
          <a:bodyPr wrap="square" lIns="0" tIns="0" rIns="0" bIns="0" rtlCol="0" anchor="ctr"/>
          <a:lstStyle/>
          <a:p>
            <a:pPr indent="0" marL="0">
              <a:buNone/>
            </a:pPr>
            <a:r>
              <a:rPr lang="en-US" sz="4000" b="1" dirty="0">
                <a:solidFill>
                  <a:schemeClr val="tx2"/>
                </a:solidFill>
              </a:rPr>
              <a:t>How to sow spirituality?</a:t>
            </a:r>
            <a:endParaRPr lang="en-US" sz="4000" dirty="0"/>
          </a:p>
        </p:txBody>
      </p:sp>
      <p:sp>
        <p:nvSpPr>
          <p:cNvPr id="4" name="I card"/>
          <p:cNvSpPr/>
          <p:nvPr/>
        </p:nvSpPr>
        <p:spPr>
          <a:xfrm>
            <a:off x="548640" y="1554480"/>
            <a:ext cx="5394960" cy="2057400"/>
          </a:xfrm>
          <a:prstGeom prst="roundRect">
            <a:avLst>
              <a:gd name="adj" fmla="val 8889"/>
            </a:avLst>
          </a:prstGeom>
          <a:solidFill>
            <a:schemeClr val="bg2"/>
          </a:solidFill>
          <a:ln/>
          <a:effectLst>
            <a:outerShdw sx="100000" sy="100000" kx="0" ky="0" algn="bl" rotWithShape="0" blurRad="127000" dist="38100" dir="5400000">
              <a:srgbClr val="1E4D2B">
                <a:alpha val="18000"/>
              </a:srgbClr>
            </a:outerShdw>
          </a:effectLst>
        </p:spPr>
      </p:sp>
      <p:sp>
        <p:nvSpPr>
          <p:cNvPr id="5" name="I icon"/>
          <p:cNvSpPr/>
          <p:nvPr/>
        </p:nvSpPr>
        <p:spPr>
          <a:xfrm>
            <a:off x="868680" y="1920240"/>
            <a:ext cx="1325880" cy="1325880"/>
          </a:xfrm>
          <a:prstGeom prst="ellipse">
            <a:avLst/>
          </a:prstGeom>
          <a:solidFill>
            <a:schemeClr val="accent3"/>
          </a:solidFill>
          <a:ln/>
        </p:spPr>
      </p:sp>
      <p:pic>
        <p:nvPicPr>
          <p:cNvPr id="6" name="I icon glyph" descr="preencoded.png">    </p:cNvPr>
          <p:cNvPicPr>
            <a:picLocks noChangeAspect="1"/>
          </p:cNvPicPr>
          <p:nvPr/>
        </p:nvPicPr>
        <p:blipFill>
          <a:blip r:embed="rId1"/>
          <a:stretch>
            <a:fillRect/>
          </a:stretch>
        </p:blipFill>
        <p:spPr>
          <a:xfrm>
            <a:off x="1186891" y="2238451"/>
            <a:ext cx="689458" cy="689458"/>
          </a:xfrm>
          <a:prstGeom prst="rect">
            <a:avLst/>
          </a:prstGeom>
        </p:spPr>
      </p:pic>
      <p:sp>
        <p:nvSpPr>
          <p:cNvPr id="7" name="Text 3"/>
          <p:cNvSpPr txBox="1"/>
          <p:nvPr/>
        </p:nvSpPr>
        <p:spPr>
          <a:xfrm>
            <a:off x="2468880" y="1737360"/>
            <a:ext cx="3200400" cy="457200"/>
          </a:xfrm>
          <a:prstGeom prst="rect">
            <a:avLst/>
          </a:prstGeom>
          <a:noFill/>
          <a:ln/>
        </p:spPr>
        <p:txBody>
          <a:bodyPr wrap="square" lIns="0" tIns="0" rIns="0" bIns="0" rtlCol="0" anchor="ctr"/>
          <a:lstStyle/>
          <a:p>
            <a:pPr indent="0" marL="0">
              <a:buNone/>
            </a:pPr>
            <a:r>
              <a:rPr lang="en-US" sz="2400" b="1" dirty="0">
                <a:solidFill>
                  <a:schemeClr val="accent3"/>
                </a:solidFill>
              </a:rPr>
              <a:t>I</a:t>
            </a:r>
            <a:endParaRPr lang="en-US" sz="2400" dirty="0"/>
          </a:p>
        </p:txBody>
      </p:sp>
      <p:sp>
        <p:nvSpPr>
          <p:cNvPr id="8" name="Text 4"/>
          <p:cNvSpPr txBox="1"/>
          <p:nvPr/>
        </p:nvSpPr>
        <p:spPr>
          <a:xfrm>
            <a:off x="2468880" y="2148840"/>
            <a:ext cx="3291840" cy="1325880"/>
          </a:xfrm>
          <a:prstGeom prst="rect">
            <a:avLst/>
          </a:prstGeom>
          <a:noFill/>
          <a:ln/>
        </p:spPr>
        <p:txBody>
          <a:bodyPr wrap="square" lIns="0" tIns="0" rIns="0" bIns="0" rtlCol="0" anchor="t"/>
          <a:lstStyle/>
          <a:p>
            <a:pPr indent="0" marL="0">
              <a:buNone/>
            </a:pPr>
            <a:r>
              <a:rPr lang="en-US" sz="2600" b="1" dirty="0">
                <a:solidFill>
                  <a:schemeClr val="tx2"/>
                </a:solidFill>
              </a:rPr>
              <a:t>Manifest the Christ-like character</a:t>
            </a:r>
            <a:endParaRPr lang="en-US" sz="2600" dirty="0"/>
          </a:p>
        </p:txBody>
      </p:sp>
      <p:sp>
        <p:nvSpPr>
          <p:cNvPr id="9" name="II card"/>
          <p:cNvSpPr/>
          <p:nvPr/>
        </p:nvSpPr>
        <p:spPr>
          <a:xfrm>
            <a:off x="6217920" y="1554480"/>
            <a:ext cx="5394960" cy="2057400"/>
          </a:xfrm>
          <a:prstGeom prst="roundRect">
            <a:avLst>
              <a:gd name="adj" fmla="val 8889"/>
            </a:avLst>
          </a:prstGeom>
          <a:solidFill>
            <a:schemeClr val="bg2"/>
          </a:solidFill>
          <a:ln/>
          <a:effectLst>
            <a:outerShdw sx="100000" sy="100000" kx="0" ky="0" algn="bl" rotWithShape="0" blurRad="127000" dist="38100" dir="5400000">
              <a:srgbClr val="1E4D2B">
                <a:alpha val="18000"/>
              </a:srgbClr>
            </a:outerShdw>
          </a:effectLst>
        </p:spPr>
      </p:sp>
      <p:sp>
        <p:nvSpPr>
          <p:cNvPr id="10" name="II icon"/>
          <p:cNvSpPr/>
          <p:nvPr/>
        </p:nvSpPr>
        <p:spPr>
          <a:xfrm>
            <a:off x="6537960" y="1920240"/>
            <a:ext cx="1325880" cy="1325880"/>
          </a:xfrm>
          <a:prstGeom prst="ellipse">
            <a:avLst/>
          </a:prstGeom>
          <a:solidFill>
            <a:schemeClr val="accent3"/>
          </a:solidFill>
          <a:ln/>
        </p:spPr>
      </p:sp>
      <p:pic>
        <p:nvPicPr>
          <p:cNvPr id="11" name="II icon glyph" descr="preencoded.png">    </p:cNvPr>
          <p:cNvPicPr>
            <a:picLocks noChangeAspect="1"/>
          </p:cNvPicPr>
          <p:nvPr/>
        </p:nvPicPr>
        <p:blipFill>
          <a:blip r:embed="rId2"/>
          <a:stretch>
            <a:fillRect/>
          </a:stretch>
        </p:blipFill>
        <p:spPr>
          <a:xfrm>
            <a:off x="6856171" y="2238451"/>
            <a:ext cx="689458" cy="689458"/>
          </a:xfrm>
          <a:prstGeom prst="rect">
            <a:avLst/>
          </a:prstGeom>
        </p:spPr>
      </p:pic>
      <p:sp>
        <p:nvSpPr>
          <p:cNvPr id="12" name="Text 7"/>
          <p:cNvSpPr txBox="1"/>
          <p:nvPr/>
        </p:nvSpPr>
        <p:spPr>
          <a:xfrm>
            <a:off x="8138160" y="1737360"/>
            <a:ext cx="3200400" cy="457200"/>
          </a:xfrm>
          <a:prstGeom prst="rect">
            <a:avLst/>
          </a:prstGeom>
          <a:noFill/>
          <a:ln/>
        </p:spPr>
        <p:txBody>
          <a:bodyPr wrap="square" lIns="0" tIns="0" rIns="0" bIns="0" rtlCol="0" anchor="ctr"/>
          <a:lstStyle/>
          <a:p>
            <a:pPr indent="0" marL="0">
              <a:buNone/>
            </a:pPr>
            <a:r>
              <a:rPr lang="en-US" sz="2400" b="1" dirty="0">
                <a:solidFill>
                  <a:schemeClr val="accent3"/>
                </a:solidFill>
              </a:rPr>
              <a:t>II</a:t>
            </a:r>
            <a:endParaRPr lang="en-US" sz="2400" dirty="0"/>
          </a:p>
        </p:txBody>
      </p:sp>
      <p:sp>
        <p:nvSpPr>
          <p:cNvPr id="13" name="Text 8"/>
          <p:cNvSpPr txBox="1"/>
          <p:nvPr/>
        </p:nvSpPr>
        <p:spPr>
          <a:xfrm>
            <a:off x="8138160" y="2148840"/>
            <a:ext cx="3291840" cy="1325880"/>
          </a:xfrm>
          <a:prstGeom prst="rect">
            <a:avLst/>
          </a:prstGeom>
          <a:noFill/>
          <a:ln/>
        </p:spPr>
        <p:txBody>
          <a:bodyPr wrap="square" lIns="0" tIns="0" rIns="0" bIns="0" rtlCol="0" anchor="t"/>
          <a:lstStyle/>
          <a:p>
            <a:pPr indent="0" marL="0">
              <a:buNone/>
            </a:pPr>
            <a:r>
              <a:rPr lang="en-US" sz="2600" b="1" dirty="0">
                <a:solidFill>
                  <a:schemeClr val="tx2"/>
                </a:solidFill>
              </a:rPr>
              <a:t>Bring prayer</a:t>
            </a:r>
            <a:endParaRPr lang="en-US" sz="2600" dirty="0"/>
          </a:p>
        </p:txBody>
      </p:sp>
      <p:sp>
        <p:nvSpPr>
          <p:cNvPr id="14" name="III card"/>
          <p:cNvSpPr/>
          <p:nvPr/>
        </p:nvSpPr>
        <p:spPr>
          <a:xfrm>
            <a:off x="548640" y="3840480"/>
            <a:ext cx="5394960" cy="2057400"/>
          </a:xfrm>
          <a:prstGeom prst="roundRect">
            <a:avLst>
              <a:gd name="adj" fmla="val 8889"/>
            </a:avLst>
          </a:prstGeom>
          <a:solidFill>
            <a:schemeClr val="bg2"/>
          </a:solidFill>
          <a:ln/>
          <a:effectLst>
            <a:outerShdw sx="100000" sy="100000" kx="0" ky="0" algn="bl" rotWithShape="0" blurRad="127000" dist="38100" dir="5400000">
              <a:srgbClr val="1E4D2B">
                <a:alpha val="18000"/>
              </a:srgbClr>
            </a:outerShdw>
          </a:effectLst>
        </p:spPr>
      </p:sp>
      <p:sp>
        <p:nvSpPr>
          <p:cNvPr id="15" name="III icon"/>
          <p:cNvSpPr/>
          <p:nvPr/>
        </p:nvSpPr>
        <p:spPr>
          <a:xfrm>
            <a:off x="868680" y="4206240"/>
            <a:ext cx="1325880" cy="1325880"/>
          </a:xfrm>
          <a:prstGeom prst="ellipse">
            <a:avLst/>
          </a:prstGeom>
          <a:solidFill>
            <a:schemeClr val="accent3"/>
          </a:solidFill>
          <a:ln/>
        </p:spPr>
      </p:sp>
      <p:pic>
        <p:nvPicPr>
          <p:cNvPr id="16" name="III icon glyph" descr="preencoded.png">    </p:cNvPr>
          <p:cNvPicPr>
            <a:picLocks noChangeAspect="1"/>
          </p:cNvPicPr>
          <p:nvPr/>
        </p:nvPicPr>
        <p:blipFill>
          <a:blip r:embed="rId3"/>
          <a:stretch>
            <a:fillRect/>
          </a:stretch>
        </p:blipFill>
        <p:spPr>
          <a:xfrm>
            <a:off x="1186891" y="4524451"/>
            <a:ext cx="689458" cy="689458"/>
          </a:xfrm>
          <a:prstGeom prst="rect">
            <a:avLst/>
          </a:prstGeom>
        </p:spPr>
      </p:pic>
      <p:sp>
        <p:nvSpPr>
          <p:cNvPr id="17" name="Text 11"/>
          <p:cNvSpPr txBox="1"/>
          <p:nvPr/>
        </p:nvSpPr>
        <p:spPr>
          <a:xfrm>
            <a:off x="2468880" y="4023360"/>
            <a:ext cx="3200400" cy="457200"/>
          </a:xfrm>
          <a:prstGeom prst="rect">
            <a:avLst/>
          </a:prstGeom>
          <a:noFill/>
          <a:ln/>
        </p:spPr>
        <p:txBody>
          <a:bodyPr wrap="square" lIns="0" tIns="0" rIns="0" bIns="0" rtlCol="0" anchor="ctr"/>
          <a:lstStyle/>
          <a:p>
            <a:pPr indent="0" marL="0">
              <a:buNone/>
            </a:pPr>
            <a:r>
              <a:rPr lang="en-US" sz="2400" b="1" dirty="0">
                <a:solidFill>
                  <a:schemeClr val="accent3"/>
                </a:solidFill>
              </a:rPr>
              <a:t>III</a:t>
            </a:r>
            <a:endParaRPr lang="en-US" sz="2400" dirty="0"/>
          </a:p>
        </p:txBody>
      </p:sp>
      <p:sp>
        <p:nvSpPr>
          <p:cNvPr id="18" name="Text 12"/>
          <p:cNvSpPr txBox="1"/>
          <p:nvPr/>
        </p:nvSpPr>
        <p:spPr>
          <a:xfrm>
            <a:off x="2468880" y="4434840"/>
            <a:ext cx="3291840" cy="1325880"/>
          </a:xfrm>
          <a:prstGeom prst="rect">
            <a:avLst/>
          </a:prstGeom>
          <a:noFill/>
          <a:ln/>
        </p:spPr>
        <p:txBody>
          <a:bodyPr wrap="square" lIns="0" tIns="0" rIns="0" bIns="0" rtlCol="0" anchor="t"/>
          <a:lstStyle/>
          <a:p>
            <a:pPr indent="0" marL="0">
              <a:buNone/>
            </a:pPr>
            <a:r>
              <a:rPr lang="en-US" sz="2600" b="1" dirty="0">
                <a:solidFill>
                  <a:schemeClr val="tx2"/>
                </a:solidFill>
              </a:rPr>
              <a:t>Bring the Word of God</a:t>
            </a:r>
            <a:endParaRPr lang="en-US" sz="2600" dirty="0"/>
          </a:p>
        </p:txBody>
      </p:sp>
      <p:sp>
        <p:nvSpPr>
          <p:cNvPr id="19" name="IV card"/>
          <p:cNvSpPr/>
          <p:nvPr/>
        </p:nvSpPr>
        <p:spPr>
          <a:xfrm>
            <a:off x="6217920" y="3840480"/>
            <a:ext cx="5394960" cy="2057400"/>
          </a:xfrm>
          <a:prstGeom prst="roundRect">
            <a:avLst>
              <a:gd name="adj" fmla="val 8889"/>
            </a:avLst>
          </a:prstGeom>
          <a:solidFill>
            <a:schemeClr val="bg2"/>
          </a:solidFill>
          <a:ln/>
          <a:effectLst>
            <a:outerShdw sx="100000" sy="100000" kx="0" ky="0" algn="bl" rotWithShape="0" blurRad="127000" dist="38100" dir="5400000">
              <a:srgbClr val="1E4D2B">
                <a:alpha val="18000"/>
              </a:srgbClr>
            </a:outerShdw>
          </a:effectLst>
        </p:spPr>
      </p:sp>
      <p:sp>
        <p:nvSpPr>
          <p:cNvPr id="20" name="IV icon"/>
          <p:cNvSpPr/>
          <p:nvPr/>
        </p:nvSpPr>
        <p:spPr>
          <a:xfrm>
            <a:off x="6537960" y="4206240"/>
            <a:ext cx="1325880" cy="1325880"/>
          </a:xfrm>
          <a:prstGeom prst="ellipse">
            <a:avLst/>
          </a:prstGeom>
          <a:solidFill>
            <a:schemeClr val="accent3"/>
          </a:solidFill>
          <a:ln/>
        </p:spPr>
      </p:sp>
      <p:pic>
        <p:nvPicPr>
          <p:cNvPr id="21" name="IV icon glyph" descr="preencoded.png">    </p:cNvPr>
          <p:cNvPicPr>
            <a:picLocks noChangeAspect="1"/>
          </p:cNvPicPr>
          <p:nvPr/>
        </p:nvPicPr>
        <p:blipFill>
          <a:blip r:embed="rId4"/>
          <a:stretch>
            <a:fillRect/>
          </a:stretch>
        </p:blipFill>
        <p:spPr>
          <a:xfrm>
            <a:off x="6856171" y="4524451"/>
            <a:ext cx="689458" cy="689458"/>
          </a:xfrm>
          <a:prstGeom prst="rect">
            <a:avLst/>
          </a:prstGeom>
        </p:spPr>
      </p:pic>
      <p:sp>
        <p:nvSpPr>
          <p:cNvPr id="22" name="Text 15"/>
          <p:cNvSpPr txBox="1"/>
          <p:nvPr/>
        </p:nvSpPr>
        <p:spPr>
          <a:xfrm>
            <a:off x="8138160" y="4023360"/>
            <a:ext cx="3200400" cy="457200"/>
          </a:xfrm>
          <a:prstGeom prst="rect">
            <a:avLst/>
          </a:prstGeom>
          <a:noFill/>
          <a:ln/>
        </p:spPr>
        <p:txBody>
          <a:bodyPr wrap="square" lIns="0" tIns="0" rIns="0" bIns="0" rtlCol="0" anchor="ctr"/>
          <a:lstStyle/>
          <a:p>
            <a:pPr indent="0" marL="0">
              <a:buNone/>
            </a:pPr>
            <a:r>
              <a:rPr lang="en-US" sz="2400" b="1" dirty="0">
                <a:solidFill>
                  <a:schemeClr val="accent3"/>
                </a:solidFill>
              </a:rPr>
              <a:t>IV</a:t>
            </a:r>
            <a:endParaRPr lang="en-US" sz="2400" dirty="0"/>
          </a:p>
        </p:txBody>
      </p:sp>
      <p:sp>
        <p:nvSpPr>
          <p:cNvPr id="23" name="Text 16"/>
          <p:cNvSpPr txBox="1"/>
          <p:nvPr/>
        </p:nvSpPr>
        <p:spPr>
          <a:xfrm>
            <a:off x="8138160" y="4434840"/>
            <a:ext cx="3291840" cy="1325880"/>
          </a:xfrm>
          <a:prstGeom prst="rect">
            <a:avLst/>
          </a:prstGeom>
          <a:noFill/>
          <a:ln/>
        </p:spPr>
        <p:txBody>
          <a:bodyPr wrap="square" lIns="0" tIns="0" rIns="0" bIns="0" rtlCol="0" anchor="t"/>
          <a:lstStyle/>
          <a:p>
            <a:pPr indent="0" marL="0">
              <a:buNone/>
            </a:pPr>
            <a:r>
              <a:rPr lang="en-US" sz="2600" b="1" dirty="0">
                <a:solidFill>
                  <a:schemeClr val="tx2"/>
                </a:solidFill>
              </a:rPr>
              <a:t>Bring the cell group into your home, school &amp; workplace</a:t>
            </a:r>
            <a:endParaRPr lang="en-US" sz="2600" dirty="0"/>
          </a:p>
        </p:txBody>
      </p:sp>
      <p:sp>
        <p:nvSpPr>
          <p:cNvPr id="25" name="Slide Number Placeholder 0"/>
          <p:cNvSpPr>
            <a:spLocks noGrp="1"/>
          </p:cNvSpPr>
          <p:nvPr>
            <p:ph type="sldNum" sz="quarter" idx="4294967295"/>
          </p:nvPr>
        </p:nvSpPr>
        <p:spPr>
          <a:xfrm>
            <a:off x="11201400" y="6355080"/>
            <a:ext cx="640080" cy="365760"/>
          </a:xfrm>
          <a:prstGeom prst="rect">
            <a:avLst/>
          </a:prstGeom>
          <a:extLst>
            <a:ext uri="{C572A759-6A51-4108-AA02-DFA0A04FC94B}">
              <ma14:wrappingTextBoxFlag xmlns:ma14="http://schemas.microsoft.com/office/mac/drawingml/2011/main" val="0"/>
            </a:ext>
          </a:extLst>
        </p:spPr>
        <p:txBody>
          <a:bodyPr/>
          <a:lstStyle>
            <a:lvl1pPr>
              <a:defRPr sz="1400">
                <a:solidFill>
                  <a:srgbClr val="5E7A64"/>
                </a:solidFill>
              </a:defRPr>
            </a:lvl1pPr>
          </a:lstStyle>
          <a:p>
            <a:pPr algn="r"/>
            <a:fld id="{F7021451-1387-4CA6-816F-3879F97B5CBC}" type="slidenum">
              <a:rPr b="0" lang="en-US"/>
              <a:t>17</a:t>
            </a:fld>
            <a:endParaRPr lang="en-US"/>
          </a:p>
        </p:txBody>
      </p:sp>
    </p:spTree>
  </p:cSld>
  <p:clrMapOvr>
    <a:masterClrMapping/>
  </p:clrMapOvr>
  <p:transition spd="med">
    <p:fade/>
  </p:transition>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Section number"/>
          <p:cNvSpPr txBox="1"/>
          <p:nvPr/>
        </p:nvSpPr>
        <p:spPr>
          <a:xfrm>
            <a:off x="548640" y="914400"/>
            <a:ext cx="2743200" cy="4206240"/>
          </a:xfrm>
          <a:prstGeom prst="rect">
            <a:avLst/>
          </a:prstGeom>
          <a:noFill/>
          <a:ln/>
        </p:spPr>
        <p:txBody>
          <a:bodyPr wrap="square" lIns="0" tIns="0" rIns="0" bIns="0" rtlCol="0" anchor="ctr"/>
          <a:lstStyle/>
          <a:p>
            <a:pPr algn="ctr" indent="0" marL="0">
              <a:buNone/>
            </a:pPr>
            <a:r>
              <a:rPr lang="en-US" sz="28000" b="1" dirty="0">
                <a:solidFill>
                  <a:schemeClr val="accent4"/>
                </a:solidFill>
                <a:latin typeface="Cambria" pitchFamily="34" charset="0"/>
                <a:ea typeface="Cambria" pitchFamily="34" charset="-122"/>
                <a:cs typeface="Cambria" pitchFamily="34" charset="-120"/>
              </a:rPr>
              <a:t>4</a:t>
            </a:r>
            <a:endParaRPr lang="en-US" sz="28000" dirty="0"/>
          </a:p>
        </p:txBody>
      </p:sp>
      <p:sp>
        <p:nvSpPr>
          <p:cNvPr id="4" name="Kicker"/>
          <p:cNvSpPr txBox="1"/>
          <p:nvPr/>
        </p:nvSpPr>
        <p:spPr>
          <a:xfrm>
            <a:off x="3474720" y="1965960"/>
            <a:ext cx="5120640" cy="640080"/>
          </a:xfrm>
          <a:prstGeom prst="rect">
            <a:avLst/>
          </a:prstGeom>
          <a:noFill/>
          <a:ln/>
        </p:spPr>
        <p:txBody>
          <a:bodyPr wrap="square" lIns="0" tIns="0" rIns="0" bIns="0" rtlCol="0" anchor="ctr"/>
          <a:lstStyle/>
          <a:p>
            <a:pPr indent="0" marL="0">
              <a:buNone/>
            </a:pPr>
            <a:r>
              <a:rPr lang="en-US" sz="3000" b="1" spc="1000" kern="0" dirty="0">
                <a:solidFill>
                  <a:schemeClr val="bg2"/>
                </a:solidFill>
              </a:rPr>
              <a:t>SOW</a:t>
            </a:r>
            <a:endParaRPr lang="en-US" sz="3000" dirty="0"/>
          </a:p>
        </p:txBody>
      </p:sp>
      <p:sp>
        <p:nvSpPr>
          <p:cNvPr id="5" name="Section title"/>
          <p:cNvSpPr txBox="1"/>
          <p:nvPr/>
        </p:nvSpPr>
        <p:spPr>
          <a:xfrm>
            <a:off x="3474720" y="2606040"/>
            <a:ext cx="5303520" cy="2011680"/>
          </a:xfrm>
          <a:prstGeom prst="rect">
            <a:avLst/>
          </a:prstGeom>
          <a:noFill/>
          <a:ln/>
        </p:spPr>
        <p:txBody>
          <a:bodyPr wrap="square" lIns="0" tIns="0" rIns="0" bIns="0" rtlCol="0" anchor="t"/>
          <a:lstStyle/>
          <a:p>
            <a:pPr indent="0" marL="0">
              <a:buNone/>
            </a:pPr>
            <a:r>
              <a:rPr lang="en-US" sz="6000" b="1" dirty="0">
                <a:solidFill>
                  <a:schemeClr val="bg1"/>
                </a:solidFill>
                <a:latin typeface="Cambria" pitchFamily="34" charset="0"/>
                <a:ea typeface="Cambria" pitchFamily="34" charset="-122"/>
                <a:cs typeface="Cambria" pitchFamily="34" charset="-120"/>
              </a:rPr>
              <a:t>Discipline</a:t>
            </a:r>
            <a:endParaRPr lang="en-US" sz="6000" dirty="0"/>
          </a:p>
        </p:txBody>
      </p:sp>
      <p:sp>
        <p:nvSpPr>
          <p:cNvPr id="6" name="Progress"/>
          <p:cNvSpPr txBox="1"/>
          <p:nvPr/>
        </p:nvSpPr>
        <p:spPr>
          <a:xfrm>
            <a:off x="3474720" y="4800600"/>
            <a:ext cx="5120640" cy="548640"/>
          </a:xfrm>
          <a:prstGeom prst="rect">
            <a:avLst/>
          </a:prstGeom>
          <a:noFill/>
          <a:ln/>
        </p:spPr>
        <p:txBody>
          <a:bodyPr wrap="square" lIns="0" tIns="0" rIns="0" bIns="0" rtlCol="0" anchor="ctr"/>
          <a:lstStyle/>
          <a:p>
            <a:pPr indent="0" marL="0">
              <a:buNone/>
            </a:pPr>
            <a:r>
              <a:rPr lang="en-US" sz="2400" i="1" dirty="0">
                <a:solidFill>
                  <a:schemeClr val="accent1"/>
                </a:solidFill>
              </a:rPr>
              <a:t>Seed 4 of 5</a:t>
            </a:r>
            <a:endParaRPr lang="en-US" sz="2400" dirty="0"/>
          </a:p>
        </p:txBody>
      </p:sp>
      <p:sp>
        <p:nvSpPr>
          <p:cNvPr id="7" name="Section icon"/>
          <p:cNvSpPr/>
          <p:nvPr/>
        </p:nvSpPr>
        <p:spPr>
          <a:xfrm>
            <a:off x="8915400" y="1874520"/>
            <a:ext cx="2926080" cy="2926080"/>
          </a:xfrm>
          <a:prstGeom prst="ellipse">
            <a:avLst/>
          </a:prstGeom>
          <a:solidFill>
            <a:schemeClr val="accent4"/>
          </a:solidFill>
          <a:ln/>
        </p:spPr>
      </p:sp>
      <p:pic>
        <p:nvPicPr>
          <p:cNvPr id="8" name="Section icon glyph" descr="preencoded.png">    </p:cNvPr>
          <p:cNvPicPr>
            <a:picLocks noChangeAspect="1"/>
          </p:cNvPicPr>
          <p:nvPr/>
        </p:nvPicPr>
        <p:blipFill>
          <a:blip r:embed="rId1"/>
          <a:stretch>
            <a:fillRect/>
          </a:stretch>
        </p:blipFill>
        <p:spPr>
          <a:xfrm>
            <a:off x="9617659" y="2576779"/>
            <a:ext cx="1521562" cy="1521562"/>
          </a:xfrm>
          <a:prstGeom prst="rect">
            <a:avLst/>
          </a:prstGeom>
        </p:spPr>
      </p:pic>
    </p:spTree>
  </p:cSld>
  <p:clrMapOvr>
    <a:masterClrMapping/>
  </p:clrMapOvr>
  <p:transition spd="slow">
    <p:push dir="u"/>
  </p:transition>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Statement icon"/>
          <p:cNvSpPr/>
          <p:nvPr/>
        </p:nvSpPr>
        <p:spPr>
          <a:xfrm>
            <a:off x="822960" y="1737360"/>
            <a:ext cx="3108960" cy="3108960"/>
          </a:xfrm>
          <a:prstGeom prst="ellipse">
            <a:avLst/>
          </a:prstGeom>
          <a:solidFill>
            <a:schemeClr val="accent4"/>
          </a:solidFill>
          <a:ln/>
        </p:spPr>
      </p:sp>
      <p:pic>
        <p:nvPicPr>
          <p:cNvPr id="4" name="Statement icon glyph" descr="preencoded.png">    </p:cNvPr>
          <p:cNvPicPr>
            <a:picLocks noChangeAspect="1"/>
          </p:cNvPicPr>
          <p:nvPr/>
        </p:nvPicPr>
        <p:blipFill>
          <a:blip r:embed="rId1"/>
          <a:stretch>
            <a:fillRect/>
          </a:stretch>
        </p:blipFill>
        <p:spPr>
          <a:xfrm>
            <a:off x="1569110" y="2483510"/>
            <a:ext cx="1616659" cy="1616659"/>
          </a:xfrm>
          <a:prstGeom prst="rect">
            <a:avLst/>
          </a:prstGeom>
        </p:spPr>
      </p:pic>
      <p:sp>
        <p:nvSpPr>
          <p:cNvPr id="5" name="Lead-in"/>
          <p:cNvSpPr txBox="1"/>
          <p:nvPr/>
        </p:nvSpPr>
        <p:spPr>
          <a:xfrm>
            <a:off x="4572000" y="1188720"/>
            <a:ext cx="6949440" cy="1828800"/>
          </a:xfrm>
          <a:prstGeom prst="rect">
            <a:avLst/>
          </a:prstGeom>
          <a:noFill/>
          <a:ln/>
        </p:spPr>
        <p:txBody>
          <a:bodyPr wrap="square" lIns="0" tIns="0" rIns="0" bIns="0" rtlCol="0" anchor="b"/>
          <a:lstStyle/>
          <a:p>
            <a:pPr indent="0" marL="0">
              <a:buNone/>
            </a:pPr>
            <a:r>
              <a:rPr lang="en-US" sz="4000" dirty="0">
                <a:solidFill>
                  <a:schemeClr val="tx2"/>
                </a:solidFill>
                <a:latin typeface="Cambria" pitchFamily="34" charset="0"/>
                <a:ea typeface="Cambria" pitchFamily="34" charset="-122"/>
                <a:cs typeface="Cambria" pitchFamily="34" charset="-120"/>
              </a:rPr>
              <a:t>Discipline is</a:t>
            </a:r>
            <a:endParaRPr lang="en-US" sz="4000" dirty="0"/>
          </a:p>
        </p:txBody>
      </p:sp>
      <p:sp>
        <p:nvSpPr>
          <p:cNvPr id="6" name="Key phrase"/>
          <p:cNvSpPr txBox="1"/>
          <p:nvPr/>
        </p:nvSpPr>
        <p:spPr>
          <a:xfrm>
            <a:off x="4572000" y="3200400"/>
            <a:ext cx="6949440" cy="2377440"/>
          </a:xfrm>
          <a:prstGeom prst="rect">
            <a:avLst/>
          </a:prstGeom>
          <a:noFill/>
          <a:ln/>
        </p:spPr>
        <p:txBody>
          <a:bodyPr wrap="square" lIns="0" tIns="0" rIns="0" bIns="0" rtlCol="0" anchor="t"/>
          <a:lstStyle/>
          <a:p>
            <a:pPr indent="0" marL="0">
              <a:buNone/>
            </a:pPr>
            <a:r>
              <a:rPr lang="en-US" sz="6600" b="1" dirty="0">
                <a:solidFill>
                  <a:schemeClr val="accent4"/>
                </a:solidFill>
                <a:latin typeface="Cambria" pitchFamily="34" charset="0"/>
                <a:ea typeface="Cambria" pitchFamily="34" charset="-122"/>
                <a:cs typeface="Cambria" pitchFamily="34" charset="-120"/>
              </a:rPr>
              <a:t>SELF-CONTROL</a:t>
            </a:r>
            <a:endParaRPr lang="en-US" sz="6600" dirty="0"/>
          </a:p>
        </p:txBody>
      </p:sp>
      <p:sp>
        <p:nvSpPr>
          <p:cNvPr id="25" name="Slide Number Placeholder 0"/>
          <p:cNvSpPr>
            <a:spLocks noGrp="1"/>
          </p:cNvSpPr>
          <p:nvPr>
            <p:ph type="sldNum" sz="quarter" idx="4294967295"/>
          </p:nvPr>
        </p:nvSpPr>
        <p:spPr>
          <a:xfrm>
            <a:off x="11201400" y="6355080"/>
            <a:ext cx="640080" cy="365760"/>
          </a:xfrm>
          <a:prstGeom prst="rect">
            <a:avLst/>
          </a:prstGeom>
          <a:extLst>
            <a:ext uri="{C572A759-6A51-4108-AA02-DFA0A04FC94B}">
              <ma14:wrappingTextBoxFlag xmlns:ma14="http://schemas.microsoft.com/office/mac/drawingml/2011/main" val="0"/>
            </a:ext>
          </a:extLst>
        </p:spPr>
        <p:txBody>
          <a:bodyPr/>
          <a:lstStyle>
            <a:lvl1pPr>
              <a:defRPr sz="1400">
                <a:solidFill>
                  <a:srgbClr val="5E7A64"/>
                </a:solidFill>
              </a:defRPr>
            </a:lvl1pPr>
          </a:lstStyle>
          <a:p>
            <a:pPr algn="r"/>
            <a:fld id="{F7021451-1387-4CA6-816F-3879F97B5CBC}" type="slidenum">
              <a:rPr b="0" lang="en-US"/>
              <a:t>19</a:t>
            </a:fld>
            <a:endParaRPr lang="en-US"/>
          </a:p>
        </p:txBody>
      </p:sp>
    </p:spTree>
  </p:cSld>
  <p:clrMapOvr>
    <a:masterClrMapping/>
  </p:clrMapOvr>
  <p:transition spd="med">
    <p:fade/>
  </p:transition>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ext 0"/>
          <p:cNvSpPr/>
          <p:nvPr>
            <p:ph idx="100" type="title" hasCustomPrompt="1"/>
          </p:nvPr>
        </p:nvSpPr>
        <p:spPr>
          <a:xfrm>
            <a:off x="548640" y="320040"/>
            <a:ext cx="11064240" cy="1005840"/>
          </a:xfrm>
          <a:prstGeom prst="rect">
            <a:avLst/>
          </a:prstGeom>
          <a:noFill/>
          <a:ln/>
        </p:spPr>
        <p:txBody>
          <a:bodyPr wrap="square" lIns="0" tIns="0" rIns="0" bIns="0" rtlCol="0" anchor="ctr"/>
          <a:lstStyle/>
          <a:p>
            <a:pPr indent="0" marL="0">
              <a:buNone/>
            </a:pPr>
            <a:r>
              <a:rPr lang="en-US" sz="4000" b="1" dirty="0">
                <a:solidFill>
                  <a:schemeClr val="tx2"/>
                </a:solidFill>
              </a:rPr>
              <a:t>Discipline means</a:t>
            </a:r>
            <a:endParaRPr lang="en-US" sz="4000" dirty="0"/>
          </a:p>
        </p:txBody>
      </p:sp>
      <p:sp>
        <p:nvSpPr>
          <p:cNvPr id="4" name="Self-control row"/>
          <p:cNvSpPr/>
          <p:nvPr/>
        </p:nvSpPr>
        <p:spPr>
          <a:xfrm>
            <a:off x="548640" y="1554480"/>
            <a:ext cx="11064240" cy="1234440"/>
          </a:xfrm>
          <a:prstGeom prst="roundRect">
            <a:avLst>
              <a:gd name="adj" fmla="val 14815"/>
            </a:avLst>
          </a:prstGeom>
          <a:solidFill>
            <a:schemeClr val="bg2"/>
          </a:solidFill>
          <a:ln/>
        </p:spPr>
      </p:sp>
      <p:sp>
        <p:nvSpPr>
          <p:cNvPr id="5" name="Self-control icon"/>
          <p:cNvSpPr/>
          <p:nvPr/>
        </p:nvSpPr>
        <p:spPr>
          <a:xfrm>
            <a:off x="777240" y="1691640"/>
            <a:ext cx="960120" cy="960120"/>
          </a:xfrm>
          <a:prstGeom prst="ellipse">
            <a:avLst/>
          </a:prstGeom>
          <a:solidFill>
            <a:schemeClr val="accent4"/>
          </a:solidFill>
          <a:ln/>
        </p:spPr>
      </p:sp>
      <p:pic>
        <p:nvPicPr>
          <p:cNvPr id="6" name="Self-control icon glyph" descr="preencoded.png">    </p:cNvPr>
          <p:cNvPicPr>
            <a:picLocks noChangeAspect="1"/>
          </p:cNvPicPr>
          <p:nvPr/>
        </p:nvPicPr>
        <p:blipFill>
          <a:blip r:embed="rId1"/>
          <a:stretch>
            <a:fillRect/>
          </a:stretch>
        </p:blipFill>
        <p:spPr>
          <a:xfrm>
            <a:off x="1007669" y="1922069"/>
            <a:ext cx="499262" cy="499262"/>
          </a:xfrm>
          <a:prstGeom prst="rect">
            <a:avLst/>
          </a:prstGeom>
        </p:spPr>
      </p:pic>
      <p:sp>
        <p:nvSpPr>
          <p:cNvPr id="7" name="Text 3"/>
          <p:cNvSpPr txBox="1"/>
          <p:nvPr/>
        </p:nvSpPr>
        <p:spPr>
          <a:xfrm>
            <a:off x="2011680" y="1554480"/>
            <a:ext cx="3108960" cy="1234440"/>
          </a:xfrm>
          <a:prstGeom prst="rect">
            <a:avLst/>
          </a:prstGeom>
          <a:noFill/>
          <a:ln/>
        </p:spPr>
        <p:txBody>
          <a:bodyPr wrap="square" lIns="0" tIns="0" rIns="0" bIns="0" rtlCol="0" anchor="ctr"/>
          <a:lstStyle/>
          <a:p>
            <a:pPr indent="0" marL="0">
              <a:buNone/>
            </a:pPr>
            <a:r>
              <a:rPr lang="en-US" sz="3200" b="1" dirty="0">
                <a:solidFill>
                  <a:schemeClr val="accent4"/>
                </a:solidFill>
              </a:rPr>
              <a:t>Self-control</a:t>
            </a:r>
            <a:endParaRPr lang="en-US" sz="3200" dirty="0"/>
          </a:p>
        </p:txBody>
      </p:sp>
      <p:sp>
        <p:nvSpPr>
          <p:cNvPr id="8" name="Text 4"/>
          <p:cNvSpPr txBox="1"/>
          <p:nvPr/>
        </p:nvSpPr>
        <p:spPr>
          <a:xfrm>
            <a:off x="5212080" y="1554480"/>
            <a:ext cx="6217920" cy="1234440"/>
          </a:xfrm>
          <a:prstGeom prst="rect">
            <a:avLst/>
          </a:prstGeom>
          <a:noFill/>
          <a:ln/>
        </p:spPr>
        <p:txBody>
          <a:bodyPr wrap="square" lIns="0" tIns="0" rIns="0" bIns="0" rtlCol="0" anchor="ctr"/>
          <a:lstStyle/>
          <a:p>
            <a:pPr indent="0" marL="0">
              <a:buNone/>
            </a:pPr>
            <a:r>
              <a:rPr lang="en-US" sz="2800" dirty="0">
                <a:solidFill>
                  <a:schemeClr val="tx2"/>
                </a:solidFill>
              </a:rPr>
              <a:t>Not impulsive and uncontrolled</a:t>
            </a:r>
            <a:endParaRPr lang="en-US" sz="2800" dirty="0"/>
          </a:p>
        </p:txBody>
      </p:sp>
      <p:sp>
        <p:nvSpPr>
          <p:cNvPr id="9" name="Order row"/>
          <p:cNvSpPr/>
          <p:nvPr/>
        </p:nvSpPr>
        <p:spPr>
          <a:xfrm>
            <a:off x="548640" y="3017520"/>
            <a:ext cx="11064240" cy="1234440"/>
          </a:xfrm>
          <a:prstGeom prst="roundRect">
            <a:avLst>
              <a:gd name="adj" fmla="val 14815"/>
            </a:avLst>
          </a:prstGeom>
          <a:solidFill>
            <a:schemeClr val="bg2"/>
          </a:solidFill>
          <a:ln/>
        </p:spPr>
      </p:sp>
      <p:sp>
        <p:nvSpPr>
          <p:cNvPr id="10" name="Order icon"/>
          <p:cNvSpPr/>
          <p:nvPr/>
        </p:nvSpPr>
        <p:spPr>
          <a:xfrm>
            <a:off x="777240" y="3154680"/>
            <a:ext cx="960120" cy="960120"/>
          </a:xfrm>
          <a:prstGeom prst="ellipse">
            <a:avLst/>
          </a:prstGeom>
          <a:solidFill>
            <a:schemeClr val="accent4"/>
          </a:solidFill>
          <a:ln/>
        </p:spPr>
      </p:sp>
      <p:pic>
        <p:nvPicPr>
          <p:cNvPr id="11" name="Order icon glyph" descr="preencoded.png">    </p:cNvPr>
          <p:cNvPicPr>
            <a:picLocks noChangeAspect="1"/>
          </p:cNvPicPr>
          <p:nvPr/>
        </p:nvPicPr>
        <p:blipFill>
          <a:blip r:embed="rId2"/>
          <a:stretch>
            <a:fillRect/>
          </a:stretch>
        </p:blipFill>
        <p:spPr>
          <a:xfrm>
            <a:off x="1007669" y="3385109"/>
            <a:ext cx="499262" cy="499262"/>
          </a:xfrm>
          <a:prstGeom prst="rect">
            <a:avLst/>
          </a:prstGeom>
        </p:spPr>
      </p:pic>
      <p:sp>
        <p:nvSpPr>
          <p:cNvPr id="12" name="Text 7"/>
          <p:cNvSpPr txBox="1"/>
          <p:nvPr/>
        </p:nvSpPr>
        <p:spPr>
          <a:xfrm>
            <a:off x="2011680" y="3017520"/>
            <a:ext cx="3108960" cy="1234440"/>
          </a:xfrm>
          <a:prstGeom prst="rect">
            <a:avLst/>
          </a:prstGeom>
          <a:noFill/>
          <a:ln/>
        </p:spPr>
        <p:txBody>
          <a:bodyPr wrap="square" lIns="0" tIns="0" rIns="0" bIns="0" rtlCol="0" anchor="ctr"/>
          <a:lstStyle/>
          <a:p>
            <a:pPr indent="0" marL="0">
              <a:buNone/>
            </a:pPr>
            <a:r>
              <a:rPr lang="en-US" sz="3200" b="1" dirty="0">
                <a:solidFill>
                  <a:schemeClr val="accent4"/>
                </a:solidFill>
              </a:rPr>
              <a:t>Order</a:t>
            </a:r>
            <a:endParaRPr lang="en-US" sz="3200" dirty="0"/>
          </a:p>
        </p:txBody>
      </p:sp>
      <p:sp>
        <p:nvSpPr>
          <p:cNvPr id="13" name="Text 8"/>
          <p:cNvSpPr txBox="1"/>
          <p:nvPr/>
        </p:nvSpPr>
        <p:spPr>
          <a:xfrm>
            <a:off x="5212080" y="3017520"/>
            <a:ext cx="6217920" cy="1234440"/>
          </a:xfrm>
          <a:prstGeom prst="rect">
            <a:avLst/>
          </a:prstGeom>
          <a:noFill/>
          <a:ln/>
        </p:spPr>
        <p:txBody>
          <a:bodyPr wrap="square" lIns="0" tIns="0" rIns="0" bIns="0" rtlCol="0" anchor="ctr"/>
          <a:lstStyle/>
          <a:p>
            <a:pPr indent="0" marL="0">
              <a:buNone/>
            </a:pPr>
            <a:r>
              <a:rPr lang="en-US" sz="2800" dirty="0">
                <a:solidFill>
                  <a:schemeClr val="tx2"/>
                </a:solidFill>
              </a:rPr>
              <a:t>Proper management</a:t>
            </a:r>
            <a:endParaRPr lang="en-US" sz="2800" dirty="0"/>
          </a:p>
        </p:txBody>
      </p:sp>
      <p:sp>
        <p:nvSpPr>
          <p:cNvPr id="14" name="Priorities row"/>
          <p:cNvSpPr/>
          <p:nvPr/>
        </p:nvSpPr>
        <p:spPr>
          <a:xfrm>
            <a:off x="548640" y="4480560"/>
            <a:ext cx="11064240" cy="1234440"/>
          </a:xfrm>
          <a:prstGeom prst="roundRect">
            <a:avLst>
              <a:gd name="adj" fmla="val 14815"/>
            </a:avLst>
          </a:prstGeom>
          <a:solidFill>
            <a:schemeClr val="bg2"/>
          </a:solidFill>
          <a:ln/>
        </p:spPr>
      </p:sp>
      <p:sp>
        <p:nvSpPr>
          <p:cNvPr id="15" name="Priorities icon"/>
          <p:cNvSpPr/>
          <p:nvPr/>
        </p:nvSpPr>
        <p:spPr>
          <a:xfrm>
            <a:off x="777240" y="4617720"/>
            <a:ext cx="960120" cy="960120"/>
          </a:xfrm>
          <a:prstGeom prst="ellipse">
            <a:avLst/>
          </a:prstGeom>
          <a:solidFill>
            <a:schemeClr val="accent4"/>
          </a:solidFill>
          <a:ln/>
        </p:spPr>
      </p:sp>
      <p:pic>
        <p:nvPicPr>
          <p:cNvPr id="16" name="Priorities icon glyph" descr="preencoded.png">    </p:cNvPr>
          <p:cNvPicPr>
            <a:picLocks noChangeAspect="1"/>
          </p:cNvPicPr>
          <p:nvPr/>
        </p:nvPicPr>
        <p:blipFill>
          <a:blip r:embed="rId3"/>
          <a:stretch>
            <a:fillRect/>
          </a:stretch>
        </p:blipFill>
        <p:spPr>
          <a:xfrm>
            <a:off x="1007669" y="4848149"/>
            <a:ext cx="499262" cy="499262"/>
          </a:xfrm>
          <a:prstGeom prst="rect">
            <a:avLst/>
          </a:prstGeom>
        </p:spPr>
      </p:pic>
      <p:sp>
        <p:nvSpPr>
          <p:cNvPr id="17" name="Text 11"/>
          <p:cNvSpPr txBox="1"/>
          <p:nvPr/>
        </p:nvSpPr>
        <p:spPr>
          <a:xfrm>
            <a:off x="2011680" y="4480560"/>
            <a:ext cx="3108960" cy="1234440"/>
          </a:xfrm>
          <a:prstGeom prst="rect">
            <a:avLst/>
          </a:prstGeom>
          <a:noFill/>
          <a:ln/>
        </p:spPr>
        <p:txBody>
          <a:bodyPr wrap="square" lIns="0" tIns="0" rIns="0" bIns="0" rtlCol="0" anchor="ctr"/>
          <a:lstStyle/>
          <a:p>
            <a:pPr indent="0" marL="0">
              <a:buNone/>
            </a:pPr>
            <a:r>
              <a:rPr lang="en-US" sz="3200" b="1" dirty="0">
                <a:solidFill>
                  <a:schemeClr val="accent4"/>
                </a:solidFill>
              </a:rPr>
              <a:t>Priorities</a:t>
            </a:r>
            <a:endParaRPr lang="en-US" sz="3200" dirty="0"/>
          </a:p>
        </p:txBody>
      </p:sp>
      <p:sp>
        <p:nvSpPr>
          <p:cNvPr id="18" name="Text 12"/>
          <p:cNvSpPr txBox="1"/>
          <p:nvPr/>
        </p:nvSpPr>
        <p:spPr>
          <a:xfrm>
            <a:off x="5212080" y="4480560"/>
            <a:ext cx="6217920" cy="1234440"/>
          </a:xfrm>
          <a:prstGeom prst="rect">
            <a:avLst/>
          </a:prstGeom>
          <a:noFill/>
          <a:ln/>
        </p:spPr>
        <p:txBody>
          <a:bodyPr wrap="square" lIns="0" tIns="0" rIns="0" bIns="0" rtlCol="0" anchor="ctr"/>
          <a:lstStyle/>
          <a:p>
            <a:pPr indent="0" marL="0">
              <a:buNone/>
            </a:pPr>
            <a:r>
              <a:rPr lang="en-US" sz="2800" dirty="0">
                <a:solidFill>
                  <a:schemeClr val="tx2"/>
                </a:solidFill>
              </a:rPr>
              <a:t>Sticking to right priorities and activities</a:t>
            </a:r>
            <a:endParaRPr lang="en-US" sz="2800" dirty="0"/>
          </a:p>
        </p:txBody>
      </p:sp>
      <p:sp>
        <p:nvSpPr>
          <p:cNvPr id="25" name="Slide Number Placeholder 0"/>
          <p:cNvSpPr>
            <a:spLocks noGrp="1"/>
          </p:cNvSpPr>
          <p:nvPr>
            <p:ph type="sldNum" sz="quarter" idx="4294967295"/>
          </p:nvPr>
        </p:nvSpPr>
        <p:spPr>
          <a:xfrm>
            <a:off x="11201400" y="6355080"/>
            <a:ext cx="640080" cy="365760"/>
          </a:xfrm>
          <a:prstGeom prst="rect">
            <a:avLst/>
          </a:prstGeom>
          <a:extLst>
            <a:ext uri="{C572A759-6A51-4108-AA02-DFA0A04FC94B}">
              <ma14:wrappingTextBoxFlag xmlns:ma14="http://schemas.microsoft.com/office/mac/drawingml/2011/main" val="0"/>
            </a:ext>
          </a:extLst>
        </p:spPr>
        <p:txBody>
          <a:bodyPr/>
          <a:lstStyle>
            <a:lvl1pPr>
              <a:defRPr sz="1400">
                <a:solidFill>
                  <a:srgbClr val="5E7A64"/>
                </a:solidFill>
              </a:defRPr>
            </a:lvl1pPr>
          </a:lstStyle>
          <a:p>
            <a:pPr algn="r"/>
            <a:fld id="{F7021451-1387-4CA6-816F-3879F97B5CBC}" type="slidenum">
              <a:rPr b="0" lang="en-US"/>
              <a:t>20</a:t>
            </a:fld>
            <a:endParaRPr lang="en-US"/>
          </a:p>
        </p:txBody>
      </p:sp>
    </p:spTree>
  </p:cSld>
  <p:clrMapOvr>
    <a:masterClrMapping/>
  </p:clrMapOvr>
  <p:transition spd="med">
    <p:fade/>
  </p:transition>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Quote mark"/>
          <p:cNvSpPr txBox="1"/>
          <p:nvPr/>
        </p:nvSpPr>
        <p:spPr>
          <a:xfrm>
            <a:off x="640080" y="228600"/>
            <a:ext cx="1463040" cy="1463040"/>
          </a:xfrm>
          <a:prstGeom prst="rect">
            <a:avLst/>
          </a:prstGeom>
          <a:noFill/>
          <a:ln/>
        </p:spPr>
        <p:txBody>
          <a:bodyPr wrap="square" lIns="0" tIns="0" rIns="0" bIns="0" rtlCol="0" anchor="ctr"/>
          <a:lstStyle/>
          <a:p>
            <a:pPr indent="0" marL="0">
              <a:buNone/>
            </a:pPr>
            <a:r>
              <a:rPr lang="en-US" sz="15000" b="1" dirty="0">
                <a:solidFill>
                  <a:schemeClr val="accent4"/>
                </a:solidFill>
                <a:latin typeface="Cambria" pitchFamily="34" charset="0"/>
                <a:ea typeface="Cambria" pitchFamily="34" charset="-122"/>
                <a:cs typeface="Cambria" pitchFamily="34" charset="-120"/>
              </a:rPr>
              <a:t>“</a:t>
            </a:r>
            <a:endParaRPr lang="en-US" sz="15000" dirty="0"/>
          </a:p>
        </p:txBody>
      </p:sp>
      <p:sp>
        <p:nvSpPr>
          <p:cNvPr id="4" name="Verse"/>
          <p:cNvSpPr txBox="1"/>
          <p:nvPr/>
        </p:nvSpPr>
        <p:spPr>
          <a:xfrm>
            <a:off x="822960" y="1280160"/>
            <a:ext cx="8229600" cy="4114800"/>
          </a:xfrm>
          <a:prstGeom prst="rect">
            <a:avLst/>
          </a:prstGeom>
          <a:noFill/>
          <a:ln/>
        </p:spPr>
        <p:txBody>
          <a:bodyPr wrap="square" lIns="0" tIns="0" rIns="0" bIns="0" rtlCol="0" anchor="ctr"/>
          <a:lstStyle/>
          <a:p>
            <a:pPr indent="0" marL="0">
              <a:lnSpc>
                <a:spcPct val="108000"/>
              </a:lnSpc>
              <a:spcAft>
                <a:spcPts val="600"/>
              </a:spcAft>
              <a:buNone/>
            </a:pPr>
            <a:r>
              <a:rPr lang="en-US" sz="4000" b="1" dirty="0">
                <a:solidFill>
                  <a:schemeClr val="accent1"/>
                </a:solidFill>
                <a:latin typeface="Cambria" pitchFamily="34" charset="0"/>
                <a:ea typeface="Cambria" pitchFamily="34" charset="-122"/>
                <a:cs typeface="Cambria" pitchFamily="34" charset="-120"/>
              </a:rPr>
              <a:t>Be self-controlled and alert.</a:t>
            </a:r>
            <a:pPr indent="0" marL="0">
              <a:lnSpc>
                <a:spcPct val="108000"/>
              </a:lnSpc>
              <a:spcAft>
                <a:spcPts val="600"/>
              </a:spcAft>
              <a:buNone/>
            </a:pPr>
            <a:r>
              <a:rPr lang="en-US" sz="4000" dirty="0">
                <a:solidFill>
                  <a:schemeClr val="bg1"/>
                </a:solidFill>
                <a:latin typeface="Cambria" pitchFamily="34" charset="0"/>
                <a:ea typeface="Cambria" pitchFamily="34" charset="-122"/>
                <a:cs typeface="Cambria" pitchFamily="34" charset="-120"/>
              </a:rPr>
              <a:t> Your enemy the devil prowls around like a roaring lion looking for someone to devour.</a:t>
            </a:r>
            <a:endParaRPr lang="en-US" sz="4000" dirty="0"/>
          </a:p>
        </p:txBody>
      </p:sp>
      <p:sp>
        <p:nvSpPr>
          <p:cNvPr id="5" name="Reference"/>
          <p:cNvSpPr txBox="1"/>
          <p:nvPr/>
        </p:nvSpPr>
        <p:spPr>
          <a:xfrm>
            <a:off x="822960" y="5532120"/>
            <a:ext cx="8229600" cy="640080"/>
          </a:xfrm>
          <a:prstGeom prst="rect">
            <a:avLst/>
          </a:prstGeom>
          <a:noFill/>
          <a:ln/>
        </p:spPr>
        <p:txBody>
          <a:bodyPr wrap="square" lIns="0" tIns="0" rIns="0" bIns="0" rtlCol="0" anchor="ctr"/>
          <a:lstStyle/>
          <a:p>
            <a:pPr indent="0" marL="0">
              <a:buNone/>
            </a:pPr>
            <a:r>
              <a:rPr lang="en-US" sz="2800" b="1" dirty="0">
                <a:solidFill>
                  <a:schemeClr val="accent1"/>
                </a:solidFill>
              </a:rPr>
              <a:t>— 1 Peter 5:8 (NIV)</a:t>
            </a:r>
            <a:endParaRPr lang="en-US" sz="2800" dirty="0"/>
          </a:p>
        </p:txBody>
      </p:sp>
      <p:sp>
        <p:nvSpPr>
          <p:cNvPr id="6" name="Verse icon"/>
          <p:cNvSpPr/>
          <p:nvPr/>
        </p:nvSpPr>
        <p:spPr>
          <a:xfrm>
            <a:off x="9418320" y="2240280"/>
            <a:ext cx="2286000" cy="2286000"/>
          </a:xfrm>
          <a:prstGeom prst="ellipse">
            <a:avLst/>
          </a:prstGeom>
          <a:solidFill>
            <a:schemeClr val="accent4"/>
          </a:solidFill>
          <a:ln/>
        </p:spPr>
      </p:sp>
      <p:pic>
        <p:nvPicPr>
          <p:cNvPr id="7" name="Verse icon glyph" descr="preencoded.png">    </p:cNvPr>
          <p:cNvPicPr>
            <a:picLocks noChangeAspect="1"/>
          </p:cNvPicPr>
          <p:nvPr/>
        </p:nvPicPr>
        <p:blipFill>
          <a:blip r:embed="rId1"/>
          <a:stretch>
            <a:fillRect/>
          </a:stretch>
        </p:blipFill>
        <p:spPr>
          <a:xfrm>
            <a:off x="9966960" y="2788920"/>
            <a:ext cx="1188720" cy="1188720"/>
          </a:xfrm>
          <a:prstGeom prst="rect">
            <a:avLst/>
          </a:prstGeom>
        </p:spPr>
      </p:pic>
    </p:spTree>
  </p:cSld>
  <p:clrMapOvr>
    <a:masterClrMapping/>
  </p:clrMapOvr>
  <p:transition spd="med">
    <p:fade/>
  </p:transition>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Quote mark"/>
          <p:cNvSpPr txBox="1"/>
          <p:nvPr/>
        </p:nvSpPr>
        <p:spPr>
          <a:xfrm>
            <a:off x="640080" y="228600"/>
            <a:ext cx="1463040" cy="1463040"/>
          </a:xfrm>
          <a:prstGeom prst="rect">
            <a:avLst/>
          </a:prstGeom>
          <a:noFill/>
          <a:ln/>
        </p:spPr>
        <p:txBody>
          <a:bodyPr wrap="square" lIns="0" tIns="0" rIns="0" bIns="0" rtlCol="0" anchor="ctr"/>
          <a:lstStyle/>
          <a:p>
            <a:pPr indent="0" marL="0">
              <a:buNone/>
            </a:pPr>
            <a:r>
              <a:rPr lang="en-US" sz="15000" b="1" dirty="0">
                <a:solidFill>
                  <a:schemeClr val="accent4"/>
                </a:solidFill>
                <a:latin typeface="Cambria" pitchFamily="34" charset="0"/>
                <a:ea typeface="Cambria" pitchFamily="34" charset="-122"/>
                <a:cs typeface="Cambria" pitchFamily="34" charset="-120"/>
              </a:rPr>
              <a:t>“</a:t>
            </a:r>
            <a:endParaRPr lang="en-US" sz="15000" dirty="0"/>
          </a:p>
        </p:txBody>
      </p:sp>
      <p:sp>
        <p:nvSpPr>
          <p:cNvPr id="4" name="Verse"/>
          <p:cNvSpPr txBox="1"/>
          <p:nvPr/>
        </p:nvSpPr>
        <p:spPr>
          <a:xfrm>
            <a:off x="822960" y="1280160"/>
            <a:ext cx="8229600" cy="4114800"/>
          </a:xfrm>
          <a:prstGeom prst="rect">
            <a:avLst/>
          </a:prstGeom>
          <a:noFill/>
          <a:ln/>
        </p:spPr>
        <p:txBody>
          <a:bodyPr wrap="square" lIns="0" tIns="0" rIns="0" bIns="0" rtlCol="0" anchor="ctr"/>
          <a:lstStyle/>
          <a:p>
            <a:pPr indent="0" marL="0">
              <a:lnSpc>
                <a:spcPct val="108000"/>
              </a:lnSpc>
              <a:spcAft>
                <a:spcPts val="600"/>
              </a:spcAft>
              <a:buNone/>
            </a:pPr>
            <a:r>
              <a:rPr lang="en-US" sz="3600" b="1" dirty="0">
                <a:solidFill>
                  <a:schemeClr val="accent1"/>
                </a:solidFill>
                <a:latin typeface="Cambria" pitchFamily="34" charset="0"/>
                <a:ea typeface="Cambria" pitchFamily="34" charset="-122"/>
                <a:cs typeface="Cambria" pitchFamily="34" charset="-120"/>
              </a:rPr>
              <a:t>I discipline my body like an athlete</a:t>
            </a:r>
            <a:pPr indent="0" marL="0">
              <a:lnSpc>
                <a:spcPct val="108000"/>
              </a:lnSpc>
              <a:spcAft>
                <a:spcPts val="600"/>
              </a:spcAft>
              <a:buNone/>
            </a:pPr>
            <a:r>
              <a:rPr lang="en-US" sz="3600" dirty="0">
                <a:solidFill>
                  <a:schemeClr val="bg1"/>
                </a:solidFill>
                <a:latin typeface="Cambria" pitchFamily="34" charset="0"/>
                <a:ea typeface="Cambria" pitchFamily="34" charset="-122"/>
                <a:cs typeface="Cambria" pitchFamily="34" charset="-120"/>
              </a:rPr>
              <a:t>, training it to do what it should. Otherwise, I fear that after preaching to others I myself might be disqualified.</a:t>
            </a:r>
            <a:endParaRPr lang="en-US" sz="3600" dirty="0"/>
          </a:p>
        </p:txBody>
      </p:sp>
      <p:sp>
        <p:nvSpPr>
          <p:cNvPr id="5" name="Reference"/>
          <p:cNvSpPr txBox="1"/>
          <p:nvPr/>
        </p:nvSpPr>
        <p:spPr>
          <a:xfrm>
            <a:off x="822960" y="5532120"/>
            <a:ext cx="8229600" cy="640080"/>
          </a:xfrm>
          <a:prstGeom prst="rect">
            <a:avLst/>
          </a:prstGeom>
          <a:noFill/>
          <a:ln/>
        </p:spPr>
        <p:txBody>
          <a:bodyPr wrap="square" lIns="0" tIns="0" rIns="0" bIns="0" rtlCol="0" anchor="ctr"/>
          <a:lstStyle/>
          <a:p>
            <a:pPr indent="0" marL="0">
              <a:buNone/>
            </a:pPr>
            <a:r>
              <a:rPr lang="en-US" sz="2800" b="1" dirty="0">
                <a:solidFill>
                  <a:schemeClr val="accent1"/>
                </a:solidFill>
              </a:rPr>
              <a:t>— 1 Corinthians 9:27 (NLT)</a:t>
            </a:r>
            <a:endParaRPr lang="en-US" sz="2800" dirty="0"/>
          </a:p>
        </p:txBody>
      </p:sp>
      <p:sp>
        <p:nvSpPr>
          <p:cNvPr id="6" name="Verse icon"/>
          <p:cNvSpPr/>
          <p:nvPr/>
        </p:nvSpPr>
        <p:spPr>
          <a:xfrm>
            <a:off x="9418320" y="2240280"/>
            <a:ext cx="2286000" cy="2286000"/>
          </a:xfrm>
          <a:prstGeom prst="ellipse">
            <a:avLst/>
          </a:prstGeom>
          <a:solidFill>
            <a:schemeClr val="accent4"/>
          </a:solidFill>
          <a:ln/>
        </p:spPr>
      </p:sp>
      <p:pic>
        <p:nvPicPr>
          <p:cNvPr id="7" name="Verse icon glyph" descr="preencoded.png">    </p:cNvPr>
          <p:cNvPicPr>
            <a:picLocks noChangeAspect="1"/>
          </p:cNvPicPr>
          <p:nvPr/>
        </p:nvPicPr>
        <p:blipFill>
          <a:blip r:embed="rId1"/>
          <a:stretch>
            <a:fillRect/>
          </a:stretch>
        </p:blipFill>
        <p:spPr>
          <a:xfrm>
            <a:off x="9966960" y="2788920"/>
            <a:ext cx="1188720" cy="1188720"/>
          </a:xfrm>
          <a:prstGeom prst="rect">
            <a:avLst/>
          </a:prstGeom>
        </p:spPr>
      </p:pic>
    </p:spTree>
  </p:cSld>
  <p:clrMapOvr>
    <a:masterClrMapping/>
  </p:clrMapOvr>
  <p:transition spd="med">
    <p:fade/>
  </p:transition>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Section number"/>
          <p:cNvSpPr txBox="1"/>
          <p:nvPr/>
        </p:nvSpPr>
        <p:spPr>
          <a:xfrm>
            <a:off x="548640" y="914400"/>
            <a:ext cx="2743200" cy="4206240"/>
          </a:xfrm>
          <a:prstGeom prst="rect">
            <a:avLst/>
          </a:prstGeom>
          <a:noFill/>
          <a:ln/>
        </p:spPr>
        <p:txBody>
          <a:bodyPr wrap="square" lIns="0" tIns="0" rIns="0" bIns="0" rtlCol="0" anchor="ctr"/>
          <a:lstStyle/>
          <a:p>
            <a:pPr algn="ctr" indent="0" marL="0">
              <a:buNone/>
            </a:pPr>
            <a:r>
              <a:rPr lang="en-US" sz="28000" b="1" dirty="0">
                <a:solidFill>
                  <a:schemeClr val="accent5"/>
                </a:solidFill>
                <a:latin typeface="Cambria" pitchFamily="34" charset="0"/>
                <a:ea typeface="Cambria" pitchFamily="34" charset="-122"/>
                <a:cs typeface="Cambria" pitchFamily="34" charset="-120"/>
              </a:rPr>
              <a:t>5</a:t>
            </a:r>
            <a:endParaRPr lang="en-US" sz="28000" dirty="0"/>
          </a:p>
        </p:txBody>
      </p:sp>
      <p:sp>
        <p:nvSpPr>
          <p:cNvPr id="4" name="Kicker"/>
          <p:cNvSpPr txBox="1"/>
          <p:nvPr/>
        </p:nvSpPr>
        <p:spPr>
          <a:xfrm>
            <a:off x="3474720" y="1965960"/>
            <a:ext cx="5120640" cy="640080"/>
          </a:xfrm>
          <a:prstGeom prst="rect">
            <a:avLst/>
          </a:prstGeom>
          <a:noFill/>
          <a:ln/>
        </p:spPr>
        <p:txBody>
          <a:bodyPr wrap="square" lIns="0" tIns="0" rIns="0" bIns="0" rtlCol="0" anchor="ctr"/>
          <a:lstStyle/>
          <a:p>
            <a:pPr indent="0" marL="0">
              <a:buNone/>
            </a:pPr>
            <a:r>
              <a:rPr lang="en-US" sz="3000" b="1" spc="1000" kern="0" dirty="0">
                <a:solidFill>
                  <a:schemeClr val="bg2"/>
                </a:solidFill>
              </a:rPr>
              <a:t>SOW</a:t>
            </a:r>
            <a:endParaRPr lang="en-US" sz="3000" dirty="0"/>
          </a:p>
        </p:txBody>
      </p:sp>
      <p:sp>
        <p:nvSpPr>
          <p:cNvPr id="5" name="Section title"/>
          <p:cNvSpPr txBox="1"/>
          <p:nvPr/>
        </p:nvSpPr>
        <p:spPr>
          <a:xfrm>
            <a:off x="3474720" y="2606040"/>
            <a:ext cx="5303520" cy="2011680"/>
          </a:xfrm>
          <a:prstGeom prst="rect">
            <a:avLst/>
          </a:prstGeom>
          <a:noFill/>
          <a:ln/>
        </p:spPr>
        <p:txBody>
          <a:bodyPr wrap="square" lIns="0" tIns="0" rIns="0" bIns="0" rtlCol="0" anchor="t"/>
          <a:lstStyle/>
          <a:p>
            <a:pPr indent="0" marL="0">
              <a:buNone/>
            </a:pPr>
            <a:r>
              <a:rPr lang="en-US" sz="6000" b="1" dirty="0">
                <a:solidFill>
                  <a:schemeClr val="bg1"/>
                </a:solidFill>
                <a:latin typeface="Cambria" pitchFamily="34" charset="0"/>
                <a:ea typeface="Cambria" pitchFamily="34" charset="-122"/>
                <a:cs typeface="Cambria" pitchFamily="34" charset="-120"/>
              </a:rPr>
              <a:t>A Correct Image</a:t>
            </a:r>
            <a:endParaRPr lang="en-US" sz="6000" dirty="0"/>
          </a:p>
        </p:txBody>
      </p:sp>
      <p:sp>
        <p:nvSpPr>
          <p:cNvPr id="6" name="Progress"/>
          <p:cNvSpPr txBox="1"/>
          <p:nvPr/>
        </p:nvSpPr>
        <p:spPr>
          <a:xfrm>
            <a:off x="3474720" y="4800600"/>
            <a:ext cx="5120640" cy="548640"/>
          </a:xfrm>
          <a:prstGeom prst="rect">
            <a:avLst/>
          </a:prstGeom>
          <a:noFill/>
          <a:ln/>
        </p:spPr>
        <p:txBody>
          <a:bodyPr wrap="square" lIns="0" tIns="0" rIns="0" bIns="0" rtlCol="0" anchor="ctr"/>
          <a:lstStyle/>
          <a:p>
            <a:pPr indent="0" marL="0">
              <a:buNone/>
            </a:pPr>
            <a:r>
              <a:rPr lang="en-US" sz="2400" i="1" dirty="0">
                <a:solidFill>
                  <a:schemeClr val="accent1"/>
                </a:solidFill>
              </a:rPr>
              <a:t>Seed 5 of 5</a:t>
            </a:r>
            <a:endParaRPr lang="en-US" sz="2400" dirty="0"/>
          </a:p>
        </p:txBody>
      </p:sp>
      <p:sp>
        <p:nvSpPr>
          <p:cNvPr id="7" name="Section icon"/>
          <p:cNvSpPr/>
          <p:nvPr/>
        </p:nvSpPr>
        <p:spPr>
          <a:xfrm>
            <a:off x="8915400" y="1874520"/>
            <a:ext cx="2926080" cy="2926080"/>
          </a:xfrm>
          <a:prstGeom prst="ellipse">
            <a:avLst/>
          </a:prstGeom>
          <a:solidFill>
            <a:schemeClr val="accent5"/>
          </a:solidFill>
          <a:ln/>
        </p:spPr>
      </p:sp>
      <p:pic>
        <p:nvPicPr>
          <p:cNvPr id="8" name="Section icon glyph" descr="preencoded.png">    </p:cNvPr>
          <p:cNvPicPr>
            <a:picLocks noChangeAspect="1"/>
          </p:cNvPicPr>
          <p:nvPr/>
        </p:nvPicPr>
        <p:blipFill>
          <a:blip r:embed="rId1"/>
          <a:stretch>
            <a:fillRect/>
          </a:stretch>
        </p:blipFill>
        <p:spPr>
          <a:xfrm>
            <a:off x="9617659" y="2576779"/>
            <a:ext cx="1521562" cy="1521562"/>
          </a:xfrm>
          <a:prstGeom prst="rect">
            <a:avLst/>
          </a:prstGeom>
        </p:spPr>
      </p:pic>
    </p:spTree>
  </p:cSld>
  <p:clrMapOvr>
    <a:masterClrMapping/>
  </p:clrMapOvr>
  <p:transition spd="slow">
    <p:push dir="u"/>
  </p:transition>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3" name="Statement icon"/>
          <p:cNvSpPr/>
          <p:nvPr/>
        </p:nvSpPr>
        <p:spPr>
          <a:xfrm>
            <a:off x="822960" y="1737360"/>
            <a:ext cx="3108960" cy="3108960"/>
          </a:xfrm>
          <a:prstGeom prst="ellipse">
            <a:avLst/>
          </a:prstGeom>
          <a:solidFill>
            <a:schemeClr val="accent5"/>
          </a:solidFill>
          <a:ln/>
        </p:spPr>
      </p:sp>
      <p:pic>
        <p:nvPicPr>
          <p:cNvPr id="4" name="Statement icon glyph" descr="preencoded.png">    </p:cNvPr>
          <p:cNvPicPr>
            <a:picLocks noChangeAspect="1"/>
          </p:cNvPicPr>
          <p:nvPr/>
        </p:nvPicPr>
        <p:blipFill>
          <a:blip r:embed="rId1"/>
          <a:stretch>
            <a:fillRect/>
          </a:stretch>
        </p:blipFill>
        <p:spPr>
          <a:xfrm>
            <a:off x="1569110" y="2483510"/>
            <a:ext cx="1616659" cy="1616659"/>
          </a:xfrm>
          <a:prstGeom prst="rect">
            <a:avLst/>
          </a:prstGeom>
        </p:spPr>
      </p:pic>
      <p:sp>
        <p:nvSpPr>
          <p:cNvPr id="5" name="Lead-in"/>
          <p:cNvSpPr txBox="1"/>
          <p:nvPr/>
        </p:nvSpPr>
        <p:spPr>
          <a:xfrm>
            <a:off x="4572000" y="1188720"/>
            <a:ext cx="6949440" cy="1828800"/>
          </a:xfrm>
          <a:prstGeom prst="rect">
            <a:avLst/>
          </a:prstGeom>
          <a:noFill/>
          <a:ln/>
        </p:spPr>
        <p:txBody>
          <a:bodyPr wrap="square" lIns="0" tIns="0" rIns="0" bIns="0" rtlCol="0" anchor="b"/>
          <a:lstStyle/>
          <a:p>
            <a:pPr indent="0" marL="0">
              <a:buNone/>
            </a:pPr>
            <a:r>
              <a:rPr lang="en-US" sz="4000" dirty="0">
                <a:solidFill>
                  <a:schemeClr val="tx2"/>
                </a:solidFill>
                <a:latin typeface="Cambria" pitchFamily="34" charset="0"/>
                <a:ea typeface="Cambria" pitchFamily="34" charset="-122"/>
                <a:cs typeface="Cambria" pitchFamily="34" charset="-120"/>
              </a:rPr>
              <a:t>To sow a correct image is to be</a:t>
            </a:r>
            <a:endParaRPr lang="en-US" sz="4000" dirty="0"/>
          </a:p>
        </p:txBody>
      </p:sp>
      <p:sp>
        <p:nvSpPr>
          <p:cNvPr id="6" name="Key phrase"/>
          <p:cNvSpPr txBox="1"/>
          <p:nvPr/>
        </p:nvSpPr>
        <p:spPr>
          <a:xfrm>
            <a:off x="4572000" y="3200400"/>
            <a:ext cx="6949440" cy="2377440"/>
          </a:xfrm>
          <a:prstGeom prst="rect">
            <a:avLst/>
          </a:prstGeom>
          <a:noFill/>
          <a:ln/>
        </p:spPr>
        <p:txBody>
          <a:bodyPr wrap="square" lIns="0" tIns="0" rIns="0" bIns="0" rtlCol="0" anchor="t"/>
          <a:lstStyle/>
          <a:p>
            <a:pPr indent="0" marL="0">
              <a:buNone/>
            </a:pPr>
            <a:r>
              <a:rPr lang="en-US" sz="6000" b="1" dirty="0">
                <a:solidFill>
                  <a:schemeClr val="accent5"/>
                </a:solidFill>
                <a:latin typeface="Cambria" pitchFamily="34" charset="0"/>
                <a:ea typeface="Cambria" pitchFamily="34" charset="-122"/>
                <a:cs typeface="Cambria" pitchFamily="34" charset="-120"/>
              </a:rPr>
              <a:t>at peace with yourself</a:t>
            </a:r>
            <a:endParaRPr lang="en-US" sz="6000" dirty="0"/>
          </a:p>
        </p:txBody>
      </p:sp>
      <p:sp>
        <p:nvSpPr>
          <p:cNvPr id="25" name="Slide Number Placeholder 0"/>
          <p:cNvSpPr>
            <a:spLocks noGrp="1"/>
          </p:cNvSpPr>
          <p:nvPr>
            <p:ph type="sldNum" sz="quarter" idx="4294967295"/>
          </p:nvPr>
        </p:nvSpPr>
        <p:spPr>
          <a:xfrm>
            <a:off x="11201400" y="6355080"/>
            <a:ext cx="640080" cy="365760"/>
          </a:xfrm>
          <a:prstGeom prst="rect">
            <a:avLst/>
          </a:prstGeom>
          <a:extLst>
            <a:ext uri="{C572A759-6A51-4108-AA02-DFA0A04FC94B}">
              <ma14:wrappingTextBoxFlag xmlns:ma14="http://schemas.microsoft.com/office/mac/drawingml/2011/main" val="0"/>
            </a:ext>
          </a:extLst>
        </p:spPr>
        <p:txBody>
          <a:bodyPr/>
          <a:lstStyle>
            <a:lvl1pPr>
              <a:defRPr sz="1400">
                <a:solidFill>
                  <a:srgbClr val="5E7A64"/>
                </a:solidFill>
              </a:defRPr>
            </a:lvl1pPr>
          </a:lstStyle>
          <a:p>
            <a:pPr algn="r"/>
            <a:fld id="{F7021451-1387-4CA6-816F-3879F97B5CBC}" type="slidenum">
              <a:rPr b="0" lang="en-US"/>
              <a:t>24</a:t>
            </a:fld>
            <a:endParaRPr lang="en-US"/>
          </a:p>
        </p:txBody>
      </p:sp>
    </p:spTree>
  </p:cSld>
  <p:clrMapOvr>
    <a:masterClrMapping/>
  </p:clrMapOvr>
  <p:transition spd="med">
    <p:fade/>
  </p:transition>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3" name="Text 0"/>
          <p:cNvSpPr/>
          <p:nvPr>
            <p:ph idx="100" type="title" hasCustomPrompt="1"/>
          </p:nvPr>
        </p:nvSpPr>
        <p:spPr>
          <a:xfrm>
            <a:off x="548640" y="320040"/>
            <a:ext cx="11064240" cy="1005840"/>
          </a:xfrm>
          <a:prstGeom prst="rect">
            <a:avLst/>
          </a:prstGeom>
          <a:noFill/>
          <a:ln/>
        </p:spPr>
        <p:txBody>
          <a:bodyPr wrap="square" lIns="0" tIns="0" rIns="0" bIns="0" rtlCol="0" anchor="ctr"/>
          <a:lstStyle/>
          <a:p>
            <a:pPr indent="0" marL="0">
              <a:buNone/>
            </a:pPr>
            <a:r>
              <a:rPr lang="en-US" sz="4000" b="1" dirty="0">
                <a:solidFill>
                  <a:schemeClr val="tx2"/>
                </a:solidFill>
              </a:rPr>
              <a:t>Having a correct image means</a:t>
            </a:r>
            <a:endParaRPr lang="en-US" sz="4000" dirty="0"/>
          </a:p>
        </p:txBody>
      </p:sp>
      <p:sp>
        <p:nvSpPr>
          <p:cNvPr id="4" name="Point icon"/>
          <p:cNvSpPr/>
          <p:nvPr/>
        </p:nvSpPr>
        <p:spPr>
          <a:xfrm>
            <a:off x="685800" y="1645920"/>
            <a:ext cx="1188720" cy="1188720"/>
          </a:xfrm>
          <a:prstGeom prst="ellipse">
            <a:avLst/>
          </a:prstGeom>
          <a:solidFill>
            <a:schemeClr val="accent5"/>
          </a:solidFill>
          <a:ln/>
        </p:spPr>
      </p:sp>
      <p:pic>
        <p:nvPicPr>
          <p:cNvPr id="5" name="Point icon glyph" descr="preencoded.png">    </p:cNvPr>
          <p:cNvPicPr>
            <a:picLocks noChangeAspect="1"/>
          </p:cNvPicPr>
          <p:nvPr/>
        </p:nvPicPr>
        <p:blipFill>
          <a:blip r:embed="rId1"/>
          <a:stretch>
            <a:fillRect/>
          </a:stretch>
        </p:blipFill>
        <p:spPr>
          <a:xfrm>
            <a:off x="971093" y="1931213"/>
            <a:ext cx="618134" cy="618134"/>
          </a:xfrm>
          <a:prstGeom prst="rect">
            <a:avLst/>
          </a:prstGeom>
        </p:spPr>
      </p:pic>
      <p:sp>
        <p:nvSpPr>
          <p:cNvPr id="6" name="Text 2"/>
          <p:cNvSpPr txBox="1"/>
          <p:nvPr/>
        </p:nvSpPr>
        <p:spPr>
          <a:xfrm>
            <a:off x="2194560" y="1645920"/>
            <a:ext cx="9418320" cy="1188720"/>
          </a:xfrm>
          <a:prstGeom prst="rect">
            <a:avLst/>
          </a:prstGeom>
          <a:noFill/>
          <a:ln/>
        </p:spPr>
        <p:txBody>
          <a:bodyPr wrap="square" lIns="0" tIns="0" rIns="0" bIns="0" rtlCol="0" anchor="ctr"/>
          <a:lstStyle/>
          <a:p>
            <a:pPr indent="0" marL="0">
              <a:buNone/>
            </a:pPr>
            <a:r>
              <a:rPr lang="en-US" sz="3600" b="1" dirty="0">
                <a:solidFill>
                  <a:schemeClr val="tx2"/>
                </a:solidFill>
              </a:rPr>
              <a:t>You have a positive self-esteem</a:t>
            </a:r>
            <a:endParaRPr lang="en-US" sz="3600" dirty="0"/>
          </a:p>
        </p:txBody>
      </p:sp>
      <p:sp>
        <p:nvSpPr>
          <p:cNvPr id="7" name="Point icon"/>
          <p:cNvSpPr/>
          <p:nvPr/>
        </p:nvSpPr>
        <p:spPr>
          <a:xfrm>
            <a:off x="685800" y="3246120"/>
            <a:ext cx="1188720" cy="1188720"/>
          </a:xfrm>
          <a:prstGeom prst="ellipse">
            <a:avLst/>
          </a:prstGeom>
          <a:solidFill>
            <a:schemeClr val="accent5"/>
          </a:solidFill>
          <a:ln/>
        </p:spPr>
      </p:sp>
      <p:pic>
        <p:nvPicPr>
          <p:cNvPr id="8" name="Point icon glyph" descr="preencoded.png">    </p:cNvPr>
          <p:cNvPicPr>
            <a:picLocks noChangeAspect="1"/>
          </p:cNvPicPr>
          <p:nvPr/>
        </p:nvPicPr>
        <p:blipFill>
          <a:blip r:embed="rId2"/>
          <a:stretch>
            <a:fillRect/>
          </a:stretch>
        </p:blipFill>
        <p:spPr>
          <a:xfrm>
            <a:off x="971093" y="3531413"/>
            <a:ext cx="618134" cy="618134"/>
          </a:xfrm>
          <a:prstGeom prst="rect">
            <a:avLst/>
          </a:prstGeom>
        </p:spPr>
      </p:pic>
      <p:sp>
        <p:nvSpPr>
          <p:cNvPr id="9" name="Text 4"/>
          <p:cNvSpPr txBox="1"/>
          <p:nvPr/>
        </p:nvSpPr>
        <p:spPr>
          <a:xfrm>
            <a:off x="2194560" y="3246120"/>
            <a:ext cx="9418320" cy="1188720"/>
          </a:xfrm>
          <a:prstGeom prst="rect">
            <a:avLst/>
          </a:prstGeom>
          <a:noFill/>
          <a:ln/>
        </p:spPr>
        <p:txBody>
          <a:bodyPr wrap="square" lIns="0" tIns="0" rIns="0" bIns="0" rtlCol="0" anchor="ctr"/>
          <a:lstStyle/>
          <a:p>
            <a:pPr indent="0" marL="0">
              <a:buNone/>
            </a:pPr>
            <a:r>
              <a:rPr lang="en-US" sz="3600" b="1" dirty="0">
                <a:solidFill>
                  <a:schemeClr val="tx2"/>
                </a:solidFill>
              </a:rPr>
              <a:t>You feel good about yourself</a:t>
            </a:r>
            <a:endParaRPr lang="en-US" sz="3600" dirty="0"/>
          </a:p>
        </p:txBody>
      </p:sp>
      <p:sp>
        <p:nvSpPr>
          <p:cNvPr id="10" name="Point icon"/>
          <p:cNvSpPr/>
          <p:nvPr/>
        </p:nvSpPr>
        <p:spPr>
          <a:xfrm>
            <a:off x="685800" y="4846320"/>
            <a:ext cx="1188720" cy="1188720"/>
          </a:xfrm>
          <a:prstGeom prst="ellipse">
            <a:avLst/>
          </a:prstGeom>
          <a:solidFill>
            <a:schemeClr val="accent5"/>
          </a:solidFill>
          <a:ln/>
        </p:spPr>
      </p:sp>
      <p:pic>
        <p:nvPicPr>
          <p:cNvPr id="11" name="Point icon glyph" descr="preencoded.png">    </p:cNvPr>
          <p:cNvPicPr>
            <a:picLocks noChangeAspect="1"/>
          </p:cNvPicPr>
          <p:nvPr/>
        </p:nvPicPr>
        <p:blipFill>
          <a:blip r:embed="rId3"/>
          <a:stretch>
            <a:fillRect/>
          </a:stretch>
        </p:blipFill>
        <p:spPr>
          <a:xfrm>
            <a:off x="971093" y="5131613"/>
            <a:ext cx="618134" cy="618134"/>
          </a:xfrm>
          <a:prstGeom prst="rect">
            <a:avLst/>
          </a:prstGeom>
        </p:spPr>
      </p:pic>
      <p:sp>
        <p:nvSpPr>
          <p:cNvPr id="12" name="Text 6"/>
          <p:cNvSpPr txBox="1"/>
          <p:nvPr/>
        </p:nvSpPr>
        <p:spPr>
          <a:xfrm>
            <a:off x="2194560" y="4846320"/>
            <a:ext cx="9418320" cy="1188720"/>
          </a:xfrm>
          <a:prstGeom prst="rect">
            <a:avLst/>
          </a:prstGeom>
          <a:noFill/>
          <a:ln/>
        </p:spPr>
        <p:txBody>
          <a:bodyPr wrap="square" lIns="0" tIns="0" rIns="0" bIns="0" rtlCol="0" anchor="ctr"/>
          <a:lstStyle/>
          <a:p>
            <a:pPr indent="0" marL="0">
              <a:buNone/>
            </a:pPr>
            <a:r>
              <a:rPr lang="en-US" sz="3600" b="1" dirty="0">
                <a:solidFill>
                  <a:schemeClr val="tx2"/>
                </a:solidFill>
              </a:rPr>
              <a:t>You have a healthy outlook of who you are in Christ</a:t>
            </a:r>
            <a:endParaRPr lang="en-US" sz="3600" dirty="0"/>
          </a:p>
        </p:txBody>
      </p:sp>
      <p:sp>
        <p:nvSpPr>
          <p:cNvPr id="25" name="Slide Number Placeholder 0"/>
          <p:cNvSpPr>
            <a:spLocks noGrp="1"/>
          </p:cNvSpPr>
          <p:nvPr>
            <p:ph type="sldNum" sz="quarter" idx="4294967295"/>
          </p:nvPr>
        </p:nvSpPr>
        <p:spPr>
          <a:xfrm>
            <a:off x="11201400" y="6355080"/>
            <a:ext cx="640080" cy="365760"/>
          </a:xfrm>
          <a:prstGeom prst="rect">
            <a:avLst/>
          </a:prstGeom>
          <a:extLst>
            <a:ext uri="{C572A759-6A51-4108-AA02-DFA0A04FC94B}">
              <ma14:wrappingTextBoxFlag xmlns:ma14="http://schemas.microsoft.com/office/mac/drawingml/2011/main" val="0"/>
            </a:ext>
          </a:extLst>
        </p:spPr>
        <p:txBody>
          <a:bodyPr/>
          <a:lstStyle>
            <a:lvl1pPr>
              <a:defRPr sz="1400">
                <a:solidFill>
                  <a:srgbClr val="5E7A64"/>
                </a:solidFill>
              </a:defRPr>
            </a:lvl1pPr>
          </a:lstStyle>
          <a:p>
            <a:pPr algn="r"/>
            <a:fld id="{F7021451-1387-4CA6-816F-3879F97B5CBC}" type="slidenum">
              <a:rPr b="0" lang="en-US"/>
              <a:t>25</a:t>
            </a:fld>
            <a:endParaRPr lang="en-US"/>
          </a:p>
        </p:txBody>
      </p:sp>
    </p:spTree>
  </p:cSld>
  <p:clrMapOvr>
    <a:masterClrMapping/>
  </p:clrMapOvr>
  <p:transition spd="med">
    <p:fade/>
  </p:transition>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3" name="Text 0"/>
          <p:cNvSpPr/>
          <p:nvPr>
            <p:ph idx="100" type="title" hasCustomPrompt="1"/>
          </p:nvPr>
        </p:nvSpPr>
        <p:spPr>
          <a:xfrm>
            <a:off x="548640" y="320040"/>
            <a:ext cx="11064240" cy="1005840"/>
          </a:xfrm>
          <a:prstGeom prst="rect">
            <a:avLst/>
          </a:prstGeom>
          <a:noFill/>
          <a:ln/>
        </p:spPr>
        <p:txBody>
          <a:bodyPr wrap="square" lIns="0" tIns="0" rIns="0" bIns="0" rtlCol="0" anchor="ctr"/>
          <a:lstStyle/>
          <a:p>
            <a:pPr indent="0" marL="0">
              <a:buNone/>
            </a:pPr>
            <a:r>
              <a:rPr lang="en-US" sz="4000" b="1" dirty="0">
                <a:solidFill>
                  <a:schemeClr val="tx2"/>
                </a:solidFill>
              </a:rPr>
              <a:t>See yourself the way God sees you</a:t>
            </a:r>
            <a:endParaRPr lang="en-US" sz="4000" dirty="0"/>
          </a:p>
        </p:txBody>
      </p:sp>
      <p:sp>
        <p:nvSpPr>
          <p:cNvPr id="4" name="Unique card"/>
          <p:cNvSpPr/>
          <p:nvPr/>
        </p:nvSpPr>
        <p:spPr>
          <a:xfrm>
            <a:off x="548640" y="1508760"/>
            <a:ext cx="2560320" cy="2514600"/>
          </a:xfrm>
          <a:prstGeom prst="roundRect">
            <a:avLst>
              <a:gd name="adj" fmla="val 7273"/>
            </a:avLst>
          </a:prstGeom>
          <a:solidFill>
            <a:schemeClr val="bg1"/>
          </a:solidFill>
          <a:ln w="12700">
            <a:solidFill>
              <a:srgbClr val="E2DAF0"/>
            </a:solidFill>
            <a:prstDash val="solid"/>
          </a:ln>
          <a:effectLst>
            <a:outerShdw sx="100000" sy="100000" kx="0" ky="0" algn="bl" rotWithShape="0" blurRad="127000" dist="38100" dir="5400000">
              <a:srgbClr val="1E4D2B">
                <a:alpha val="18000"/>
              </a:srgbClr>
            </a:outerShdw>
          </a:effectLst>
        </p:spPr>
      </p:sp>
      <p:sp>
        <p:nvSpPr>
          <p:cNvPr id="5" name="Unique icon"/>
          <p:cNvSpPr/>
          <p:nvPr/>
        </p:nvSpPr>
        <p:spPr>
          <a:xfrm>
            <a:off x="1234440" y="1737360"/>
            <a:ext cx="1188720" cy="1188720"/>
          </a:xfrm>
          <a:prstGeom prst="ellipse">
            <a:avLst/>
          </a:prstGeom>
          <a:solidFill>
            <a:schemeClr val="accent5"/>
          </a:solidFill>
          <a:ln/>
        </p:spPr>
      </p:sp>
      <p:pic>
        <p:nvPicPr>
          <p:cNvPr id="6" name="Unique icon glyph" descr="preencoded.png">    </p:cNvPr>
          <p:cNvPicPr>
            <a:picLocks noChangeAspect="1"/>
          </p:cNvPicPr>
          <p:nvPr/>
        </p:nvPicPr>
        <p:blipFill>
          <a:blip r:embed="rId1"/>
          <a:stretch>
            <a:fillRect/>
          </a:stretch>
        </p:blipFill>
        <p:spPr>
          <a:xfrm>
            <a:off x="1519733" y="2022653"/>
            <a:ext cx="618134" cy="618134"/>
          </a:xfrm>
          <a:prstGeom prst="rect">
            <a:avLst/>
          </a:prstGeom>
        </p:spPr>
      </p:pic>
      <p:sp>
        <p:nvSpPr>
          <p:cNvPr id="7" name="Text 3"/>
          <p:cNvSpPr txBox="1"/>
          <p:nvPr/>
        </p:nvSpPr>
        <p:spPr>
          <a:xfrm>
            <a:off x="548640" y="3063240"/>
            <a:ext cx="2560320" cy="731520"/>
          </a:xfrm>
          <a:prstGeom prst="rect">
            <a:avLst/>
          </a:prstGeom>
          <a:noFill/>
          <a:ln/>
        </p:spPr>
        <p:txBody>
          <a:bodyPr wrap="square" lIns="0" tIns="0" rIns="0" bIns="0" rtlCol="0" anchor="ctr"/>
          <a:lstStyle/>
          <a:p>
            <a:pPr algn="ctr" indent="0" marL="0">
              <a:buNone/>
            </a:pPr>
            <a:r>
              <a:rPr lang="en-US" sz="3200" b="1" dirty="0">
                <a:solidFill>
                  <a:schemeClr val="accent5"/>
                </a:solidFill>
              </a:rPr>
              <a:t>Unique</a:t>
            </a:r>
            <a:endParaRPr lang="en-US" sz="3200" dirty="0"/>
          </a:p>
        </p:txBody>
      </p:sp>
      <p:sp>
        <p:nvSpPr>
          <p:cNvPr id="8" name="Precious card"/>
          <p:cNvSpPr/>
          <p:nvPr/>
        </p:nvSpPr>
        <p:spPr>
          <a:xfrm>
            <a:off x="3383280" y="1508760"/>
            <a:ext cx="2560320" cy="2514600"/>
          </a:xfrm>
          <a:prstGeom prst="roundRect">
            <a:avLst>
              <a:gd name="adj" fmla="val 7273"/>
            </a:avLst>
          </a:prstGeom>
          <a:solidFill>
            <a:schemeClr val="bg1"/>
          </a:solidFill>
          <a:ln w="12700">
            <a:solidFill>
              <a:srgbClr val="E2DAF0"/>
            </a:solidFill>
            <a:prstDash val="solid"/>
          </a:ln>
          <a:effectLst>
            <a:outerShdw sx="100000" sy="100000" kx="0" ky="0" algn="bl" rotWithShape="0" blurRad="127000" dist="38100" dir="5400000">
              <a:srgbClr val="1E4D2B">
                <a:alpha val="18000"/>
              </a:srgbClr>
            </a:outerShdw>
          </a:effectLst>
        </p:spPr>
      </p:sp>
      <p:sp>
        <p:nvSpPr>
          <p:cNvPr id="9" name="Precious icon"/>
          <p:cNvSpPr/>
          <p:nvPr/>
        </p:nvSpPr>
        <p:spPr>
          <a:xfrm>
            <a:off x="4069080" y="1737360"/>
            <a:ext cx="1188720" cy="1188720"/>
          </a:xfrm>
          <a:prstGeom prst="ellipse">
            <a:avLst/>
          </a:prstGeom>
          <a:solidFill>
            <a:schemeClr val="accent5"/>
          </a:solidFill>
          <a:ln/>
        </p:spPr>
      </p:sp>
      <p:pic>
        <p:nvPicPr>
          <p:cNvPr id="10" name="Precious icon glyph" descr="preencoded.png">    </p:cNvPr>
          <p:cNvPicPr>
            <a:picLocks noChangeAspect="1"/>
          </p:cNvPicPr>
          <p:nvPr/>
        </p:nvPicPr>
        <p:blipFill>
          <a:blip r:embed="rId2"/>
          <a:stretch>
            <a:fillRect/>
          </a:stretch>
        </p:blipFill>
        <p:spPr>
          <a:xfrm>
            <a:off x="4354373" y="2022653"/>
            <a:ext cx="618134" cy="618134"/>
          </a:xfrm>
          <a:prstGeom prst="rect">
            <a:avLst/>
          </a:prstGeom>
        </p:spPr>
      </p:pic>
      <p:sp>
        <p:nvSpPr>
          <p:cNvPr id="11" name="Text 6"/>
          <p:cNvSpPr txBox="1"/>
          <p:nvPr/>
        </p:nvSpPr>
        <p:spPr>
          <a:xfrm>
            <a:off x="3383280" y="3063240"/>
            <a:ext cx="2560320" cy="731520"/>
          </a:xfrm>
          <a:prstGeom prst="rect">
            <a:avLst/>
          </a:prstGeom>
          <a:noFill/>
          <a:ln/>
        </p:spPr>
        <p:txBody>
          <a:bodyPr wrap="square" lIns="0" tIns="0" rIns="0" bIns="0" rtlCol="0" anchor="ctr"/>
          <a:lstStyle/>
          <a:p>
            <a:pPr algn="ctr" indent="0" marL="0">
              <a:buNone/>
            </a:pPr>
            <a:r>
              <a:rPr lang="en-US" sz="3200" b="1" dirty="0">
                <a:solidFill>
                  <a:schemeClr val="accent5"/>
                </a:solidFill>
              </a:rPr>
              <a:t>Precious</a:t>
            </a:r>
            <a:endParaRPr lang="en-US" sz="3200" dirty="0"/>
          </a:p>
        </p:txBody>
      </p:sp>
      <p:sp>
        <p:nvSpPr>
          <p:cNvPr id="12" name="Lovable card"/>
          <p:cNvSpPr/>
          <p:nvPr/>
        </p:nvSpPr>
        <p:spPr>
          <a:xfrm>
            <a:off x="6217920" y="1508760"/>
            <a:ext cx="2560320" cy="2514600"/>
          </a:xfrm>
          <a:prstGeom prst="roundRect">
            <a:avLst>
              <a:gd name="adj" fmla="val 7273"/>
            </a:avLst>
          </a:prstGeom>
          <a:solidFill>
            <a:schemeClr val="bg1"/>
          </a:solidFill>
          <a:ln w="12700">
            <a:solidFill>
              <a:srgbClr val="E2DAF0"/>
            </a:solidFill>
            <a:prstDash val="solid"/>
          </a:ln>
          <a:effectLst>
            <a:outerShdw sx="100000" sy="100000" kx="0" ky="0" algn="bl" rotWithShape="0" blurRad="127000" dist="38100" dir="5400000">
              <a:srgbClr val="1E4D2B">
                <a:alpha val="18000"/>
              </a:srgbClr>
            </a:outerShdw>
          </a:effectLst>
        </p:spPr>
      </p:sp>
      <p:sp>
        <p:nvSpPr>
          <p:cNvPr id="13" name="Lovable icon"/>
          <p:cNvSpPr/>
          <p:nvPr/>
        </p:nvSpPr>
        <p:spPr>
          <a:xfrm>
            <a:off x="6903720" y="1737360"/>
            <a:ext cx="1188720" cy="1188720"/>
          </a:xfrm>
          <a:prstGeom prst="ellipse">
            <a:avLst/>
          </a:prstGeom>
          <a:solidFill>
            <a:schemeClr val="accent5"/>
          </a:solidFill>
          <a:ln/>
        </p:spPr>
      </p:sp>
      <p:pic>
        <p:nvPicPr>
          <p:cNvPr id="14" name="Lovable icon glyph" descr="preencoded.png">    </p:cNvPr>
          <p:cNvPicPr>
            <a:picLocks noChangeAspect="1"/>
          </p:cNvPicPr>
          <p:nvPr/>
        </p:nvPicPr>
        <p:blipFill>
          <a:blip r:embed="rId3"/>
          <a:stretch>
            <a:fillRect/>
          </a:stretch>
        </p:blipFill>
        <p:spPr>
          <a:xfrm>
            <a:off x="7189013" y="2022653"/>
            <a:ext cx="618134" cy="618134"/>
          </a:xfrm>
          <a:prstGeom prst="rect">
            <a:avLst/>
          </a:prstGeom>
        </p:spPr>
      </p:pic>
      <p:sp>
        <p:nvSpPr>
          <p:cNvPr id="15" name="Text 9"/>
          <p:cNvSpPr txBox="1"/>
          <p:nvPr/>
        </p:nvSpPr>
        <p:spPr>
          <a:xfrm>
            <a:off x="6217920" y="3063240"/>
            <a:ext cx="2560320" cy="731520"/>
          </a:xfrm>
          <a:prstGeom prst="rect">
            <a:avLst/>
          </a:prstGeom>
          <a:noFill/>
          <a:ln/>
        </p:spPr>
        <p:txBody>
          <a:bodyPr wrap="square" lIns="0" tIns="0" rIns="0" bIns="0" rtlCol="0" anchor="ctr"/>
          <a:lstStyle/>
          <a:p>
            <a:pPr algn="ctr" indent="0" marL="0">
              <a:buNone/>
            </a:pPr>
            <a:r>
              <a:rPr lang="en-US" sz="3200" b="1" dirty="0">
                <a:solidFill>
                  <a:schemeClr val="accent5"/>
                </a:solidFill>
              </a:rPr>
              <a:t>Lovable</a:t>
            </a:r>
            <a:endParaRPr lang="en-US" sz="3200" dirty="0"/>
          </a:p>
        </p:txBody>
      </p:sp>
      <p:sp>
        <p:nvSpPr>
          <p:cNvPr id="16" name="Important card"/>
          <p:cNvSpPr/>
          <p:nvPr/>
        </p:nvSpPr>
        <p:spPr>
          <a:xfrm>
            <a:off x="9052560" y="1508760"/>
            <a:ext cx="2560320" cy="2514600"/>
          </a:xfrm>
          <a:prstGeom prst="roundRect">
            <a:avLst>
              <a:gd name="adj" fmla="val 7273"/>
            </a:avLst>
          </a:prstGeom>
          <a:solidFill>
            <a:schemeClr val="bg1"/>
          </a:solidFill>
          <a:ln w="12700">
            <a:solidFill>
              <a:srgbClr val="E2DAF0"/>
            </a:solidFill>
            <a:prstDash val="solid"/>
          </a:ln>
          <a:effectLst>
            <a:outerShdw sx="100000" sy="100000" kx="0" ky="0" algn="bl" rotWithShape="0" blurRad="127000" dist="38100" dir="5400000">
              <a:srgbClr val="1E4D2B">
                <a:alpha val="18000"/>
              </a:srgbClr>
            </a:outerShdw>
          </a:effectLst>
        </p:spPr>
      </p:sp>
      <p:sp>
        <p:nvSpPr>
          <p:cNvPr id="17" name="Important icon"/>
          <p:cNvSpPr/>
          <p:nvPr/>
        </p:nvSpPr>
        <p:spPr>
          <a:xfrm>
            <a:off x="9738360" y="1737360"/>
            <a:ext cx="1188720" cy="1188720"/>
          </a:xfrm>
          <a:prstGeom prst="ellipse">
            <a:avLst/>
          </a:prstGeom>
          <a:solidFill>
            <a:schemeClr val="accent5"/>
          </a:solidFill>
          <a:ln/>
        </p:spPr>
      </p:sp>
      <p:pic>
        <p:nvPicPr>
          <p:cNvPr id="18" name="Important icon glyph" descr="preencoded.png">    </p:cNvPr>
          <p:cNvPicPr>
            <a:picLocks noChangeAspect="1"/>
          </p:cNvPicPr>
          <p:nvPr/>
        </p:nvPicPr>
        <p:blipFill>
          <a:blip r:embed="rId4"/>
          <a:stretch>
            <a:fillRect/>
          </a:stretch>
        </p:blipFill>
        <p:spPr>
          <a:xfrm>
            <a:off x="10023653" y="2022653"/>
            <a:ext cx="618134" cy="618134"/>
          </a:xfrm>
          <a:prstGeom prst="rect">
            <a:avLst/>
          </a:prstGeom>
        </p:spPr>
      </p:pic>
      <p:sp>
        <p:nvSpPr>
          <p:cNvPr id="19" name="Text 12"/>
          <p:cNvSpPr txBox="1"/>
          <p:nvPr/>
        </p:nvSpPr>
        <p:spPr>
          <a:xfrm>
            <a:off x="9052560" y="3063240"/>
            <a:ext cx="2560320" cy="731520"/>
          </a:xfrm>
          <a:prstGeom prst="rect">
            <a:avLst/>
          </a:prstGeom>
          <a:noFill/>
          <a:ln/>
        </p:spPr>
        <p:txBody>
          <a:bodyPr wrap="square" lIns="0" tIns="0" rIns="0" bIns="0" rtlCol="0" anchor="ctr"/>
          <a:lstStyle/>
          <a:p>
            <a:pPr algn="ctr" indent="0" marL="0">
              <a:buNone/>
            </a:pPr>
            <a:r>
              <a:rPr lang="en-US" sz="3200" b="1" dirty="0">
                <a:solidFill>
                  <a:schemeClr val="accent5"/>
                </a:solidFill>
              </a:rPr>
              <a:t>Important</a:t>
            </a:r>
            <a:endParaRPr lang="en-US" sz="3200" dirty="0"/>
          </a:p>
        </p:txBody>
      </p:sp>
      <p:sp>
        <p:nvSpPr>
          <p:cNvPr id="20" name="Winner banner"/>
          <p:cNvSpPr/>
          <p:nvPr/>
        </p:nvSpPr>
        <p:spPr>
          <a:xfrm>
            <a:off x="548640" y="4389120"/>
            <a:ext cx="11064240" cy="1463040"/>
          </a:xfrm>
          <a:prstGeom prst="roundRect">
            <a:avLst>
              <a:gd name="adj" fmla="val 12500"/>
            </a:avLst>
          </a:prstGeom>
          <a:solidFill>
            <a:schemeClr val="accent5"/>
          </a:solidFill>
          <a:ln/>
          <a:effectLst>
            <a:outerShdw sx="100000" sy="100000" kx="0" ky="0" algn="bl" rotWithShape="0" blurRad="127000" dist="38100" dir="5400000">
              <a:srgbClr val="1E4D2B">
                <a:alpha val="18000"/>
              </a:srgbClr>
            </a:outerShdw>
          </a:effectLst>
        </p:spPr>
      </p:sp>
      <p:pic>
        <p:nvPicPr>
          <p:cNvPr id="21" name="Trophy" descr="preencoded.png">    </p:cNvPr>
          <p:cNvPicPr>
            <a:picLocks noChangeAspect="1"/>
          </p:cNvPicPr>
          <p:nvPr/>
        </p:nvPicPr>
        <p:blipFill>
          <a:blip r:embed="rId5"/>
          <a:stretch>
            <a:fillRect/>
          </a:stretch>
        </p:blipFill>
        <p:spPr>
          <a:xfrm>
            <a:off x="914400" y="4617720"/>
            <a:ext cx="1005840" cy="1005840"/>
          </a:xfrm>
          <a:prstGeom prst="rect">
            <a:avLst/>
          </a:prstGeom>
        </p:spPr>
      </p:pic>
      <p:sp>
        <p:nvSpPr>
          <p:cNvPr id="22" name="Text 14"/>
          <p:cNvSpPr txBox="1"/>
          <p:nvPr/>
        </p:nvSpPr>
        <p:spPr>
          <a:xfrm>
            <a:off x="2286000" y="4389120"/>
            <a:ext cx="9144000" cy="1463040"/>
          </a:xfrm>
          <a:prstGeom prst="rect">
            <a:avLst/>
          </a:prstGeom>
          <a:noFill/>
          <a:ln/>
        </p:spPr>
        <p:txBody>
          <a:bodyPr wrap="square" lIns="0" tIns="0" rIns="0" bIns="0" rtlCol="0" anchor="ctr"/>
          <a:lstStyle/>
          <a:p>
            <a:pPr indent="0" marL="0">
              <a:buNone/>
            </a:pPr>
            <a:r>
              <a:rPr lang="en-US" sz="3600" b="1" dirty="0">
                <a:solidFill>
                  <a:schemeClr val="bg1"/>
                </a:solidFill>
              </a:rPr>
              <a:t>You are a </a:t>
            </a:r>
            <a:pPr indent="0" marL="0">
              <a:buNone/>
            </a:pPr>
            <a:r>
              <a:rPr lang="en-US" sz="3600" b="1" dirty="0">
                <a:solidFill>
                  <a:schemeClr val="accent1"/>
                </a:solidFill>
              </a:rPr>
              <a:t>WINNER</a:t>
            </a:r>
            <a:pPr indent="0" marL="0">
              <a:buNone/>
            </a:pPr>
            <a:r>
              <a:rPr lang="en-US" sz="3600" b="1" dirty="0">
                <a:solidFill>
                  <a:schemeClr val="bg1"/>
                </a:solidFill>
              </a:rPr>
              <a:t> in Christ — not a failure!</a:t>
            </a:r>
            <a:endParaRPr lang="en-US" sz="3600" dirty="0"/>
          </a:p>
        </p:txBody>
      </p:sp>
      <p:sp>
        <p:nvSpPr>
          <p:cNvPr id="25" name="Slide Number Placeholder 0"/>
          <p:cNvSpPr>
            <a:spLocks noGrp="1"/>
          </p:cNvSpPr>
          <p:nvPr>
            <p:ph type="sldNum" sz="quarter" idx="4294967295"/>
          </p:nvPr>
        </p:nvSpPr>
        <p:spPr>
          <a:xfrm>
            <a:off x="11201400" y="6355080"/>
            <a:ext cx="640080" cy="365760"/>
          </a:xfrm>
          <a:prstGeom prst="rect">
            <a:avLst/>
          </a:prstGeom>
          <a:extLst>
            <a:ext uri="{C572A759-6A51-4108-AA02-DFA0A04FC94B}">
              <ma14:wrappingTextBoxFlag xmlns:ma14="http://schemas.microsoft.com/office/mac/drawingml/2011/main" val="0"/>
            </a:ext>
          </a:extLst>
        </p:spPr>
        <p:txBody>
          <a:bodyPr/>
          <a:lstStyle>
            <a:lvl1pPr>
              <a:defRPr sz="1400">
                <a:solidFill>
                  <a:srgbClr val="5E7A64"/>
                </a:solidFill>
              </a:defRPr>
            </a:lvl1pPr>
          </a:lstStyle>
          <a:p>
            <a:pPr algn="r"/>
            <a:fld id="{F7021451-1387-4CA6-816F-3879F97B5CBC}" type="slidenum">
              <a:rPr b="0" lang="en-US"/>
              <a:t>26</a:t>
            </a:fld>
            <a:endParaRPr lang="en-US"/>
          </a:p>
        </p:txBody>
      </p:sp>
    </p:spTree>
  </p:cSld>
  <p:clrMapOvr>
    <a:masterClrMapping/>
  </p:clrMapOvr>
  <p:transition spd="med">
    <p:fade/>
  </p:transition>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3" name="Quote mark"/>
          <p:cNvSpPr txBox="1"/>
          <p:nvPr/>
        </p:nvSpPr>
        <p:spPr>
          <a:xfrm>
            <a:off x="640080" y="228600"/>
            <a:ext cx="1463040" cy="1463040"/>
          </a:xfrm>
          <a:prstGeom prst="rect">
            <a:avLst/>
          </a:prstGeom>
          <a:noFill/>
          <a:ln/>
        </p:spPr>
        <p:txBody>
          <a:bodyPr wrap="square" lIns="0" tIns="0" rIns="0" bIns="0" rtlCol="0" anchor="ctr"/>
          <a:lstStyle/>
          <a:p>
            <a:pPr indent="0" marL="0">
              <a:buNone/>
            </a:pPr>
            <a:r>
              <a:rPr lang="en-US" sz="15000" b="1" dirty="0">
                <a:solidFill>
                  <a:schemeClr val="accent5"/>
                </a:solidFill>
                <a:latin typeface="Cambria" pitchFamily="34" charset="0"/>
                <a:ea typeface="Cambria" pitchFamily="34" charset="-122"/>
                <a:cs typeface="Cambria" pitchFamily="34" charset="-120"/>
              </a:rPr>
              <a:t>“</a:t>
            </a:r>
            <a:endParaRPr lang="en-US" sz="15000" dirty="0"/>
          </a:p>
        </p:txBody>
      </p:sp>
      <p:sp>
        <p:nvSpPr>
          <p:cNvPr id="4" name="Verse"/>
          <p:cNvSpPr txBox="1"/>
          <p:nvPr/>
        </p:nvSpPr>
        <p:spPr>
          <a:xfrm>
            <a:off x="822960" y="1280160"/>
            <a:ext cx="8229600" cy="4114800"/>
          </a:xfrm>
          <a:prstGeom prst="rect">
            <a:avLst/>
          </a:prstGeom>
          <a:noFill/>
          <a:ln/>
        </p:spPr>
        <p:txBody>
          <a:bodyPr wrap="square" lIns="0" tIns="0" rIns="0" bIns="0" rtlCol="0" anchor="ctr"/>
          <a:lstStyle/>
          <a:p>
            <a:pPr indent="0" marL="0">
              <a:lnSpc>
                <a:spcPct val="108000"/>
              </a:lnSpc>
              <a:spcAft>
                <a:spcPts val="600"/>
              </a:spcAft>
              <a:buNone/>
            </a:pPr>
            <a:r>
              <a:rPr lang="en-US" sz="3400" dirty="0">
                <a:solidFill>
                  <a:schemeClr val="bg1"/>
                </a:solidFill>
                <a:latin typeface="Cambria" pitchFamily="34" charset="0"/>
                <a:ea typeface="Cambria" pitchFamily="34" charset="-122"/>
                <a:cs typeface="Cambria" pitchFamily="34" charset="-120"/>
              </a:rPr>
              <a:t>For you created my inmost being; you knit me together in my mother’s womb. I praise you because </a:t>
            </a:r>
            <a:pPr indent="0" marL="0">
              <a:lnSpc>
                <a:spcPct val="108000"/>
              </a:lnSpc>
              <a:spcAft>
                <a:spcPts val="600"/>
              </a:spcAft>
              <a:buNone/>
            </a:pPr>
            <a:r>
              <a:rPr lang="en-US" sz="3400" b="1" dirty="0">
                <a:solidFill>
                  <a:schemeClr val="accent1"/>
                </a:solidFill>
                <a:latin typeface="Cambria" pitchFamily="34" charset="0"/>
                <a:ea typeface="Cambria" pitchFamily="34" charset="-122"/>
                <a:cs typeface="Cambria" pitchFamily="34" charset="-120"/>
              </a:rPr>
              <a:t>I am fearfully and wonderfully made</a:t>
            </a:r>
            <a:pPr indent="0" marL="0">
              <a:lnSpc>
                <a:spcPct val="108000"/>
              </a:lnSpc>
              <a:spcAft>
                <a:spcPts val="600"/>
              </a:spcAft>
              <a:buNone/>
            </a:pPr>
            <a:r>
              <a:rPr lang="en-US" sz="3400" dirty="0">
                <a:solidFill>
                  <a:schemeClr val="bg1"/>
                </a:solidFill>
                <a:latin typeface="Cambria" pitchFamily="34" charset="0"/>
                <a:ea typeface="Cambria" pitchFamily="34" charset="-122"/>
                <a:cs typeface="Cambria" pitchFamily="34" charset="-120"/>
              </a:rPr>
              <a:t>; your works are wonderful, I know that full well.</a:t>
            </a:r>
            <a:endParaRPr lang="en-US" sz="3400" dirty="0"/>
          </a:p>
        </p:txBody>
      </p:sp>
      <p:sp>
        <p:nvSpPr>
          <p:cNvPr id="5" name="Reference"/>
          <p:cNvSpPr txBox="1"/>
          <p:nvPr/>
        </p:nvSpPr>
        <p:spPr>
          <a:xfrm>
            <a:off x="822960" y="5532120"/>
            <a:ext cx="8229600" cy="640080"/>
          </a:xfrm>
          <a:prstGeom prst="rect">
            <a:avLst/>
          </a:prstGeom>
          <a:noFill/>
          <a:ln/>
        </p:spPr>
        <p:txBody>
          <a:bodyPr wrap="square" lIns="0" tIns="0" rIns="0" bIns="0" rtlCol="0" anchor="ctr"/>
          <a:lstStyle/>
          <a:p>
            <a:pPr indent="0" marL="0">
              <a:buNone/>
            </a:pPr>
            <a:r>
              <a:rPr lang="en-US" sz="2800" b="1" dirty="0">
                <a:solidFill>
                  <a:schemeClr val="accent1"/>
                </a:solidFill>
              </a:rPr>
              <a:t>— Psalm 139:13–14 (NIV)</a:t>
            </a:r>
            <a:endParaRPr lang="en-US" sz="2800" dirty="0"/>
          </a:p>
        </p:txBody>
      </p:sp>
      <p:sp>
        <p:nvSpPr>
          <p:cNvPr id="6" name="Verse icon"/>
          <p:cNvSpPr/>
          <p:nvPr/>
        </p:nvSpPr>
        <p:spPr>
          <a:xfrm>
            <a:off x="9418320" y="2240280"/>
            <a:ext cx="2286000" cy="2286000"/>
          </a:xfrm>
          <a:prstGeom prst="ellipse">
            <a:avLst/>
          </a:prstGeom>
          <a:solidFill>
            <a:schemeClr val="accent5"/>
          </a:solidFill>
          <a:ln/>
        </p:spPr>
      </p:sp>
      <p:pic>
        <p:nvPicPr>
          <p:cNvPr id="7" name="Verse icon glyph" descr="preencoded.png">    </p:cNvPr>
          <p:cNvPicPr>
            <a:picLocks noChangeAspect="1"/>
          </p:cNvPicPr>
          <p:nvPr/>
        </p:nvPicPr>
        <p:blipFill>
          <a:blip r:embed="rId1"/>
          <a:stretch>
            <a:fillRect/>
          </a:stretch>
        </p:blipFill>
        <p:spPr>
          <a:xfrm>
            <a:off x="9966960" y="2788920"/>
            <a:ext cx="1188720" cy="1188720"/>
          </a:xfrm>
          <a:prstGeom prst="rect">
            <a:avLst/>
          </a:prstGeom>
        </p:spPr>
      </p:pic>
    </p:spTree>
  </p:cSld>
  <p:clrMapOvr>
    <a:masterClrMapping/>
  </p:clrMapOvr>
  <p:transition spd="med">
    <p:fade/>
  </p:transition>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3" name="Quote mark"/>
          <p:cNvSpPr txBox="1"/>
          <p:nvPr/>
        </p:nvSpPr>
        <p:spPr>
          <a:xfrm>
            <a:off x="640080" y="228600"/>
            <a:ext cx="1463040" cy="1463040"/>
          </a:xfrm>
          <a:prstGeom prst="rect">
            <a:avLst/>
          </a:prstGeom>
          <a:noFill/>
          <a:ln/>
        </p:spPr>
        <p:txBody>
          <a:bodyPr wrap="square" lIns="0" tIns="0" rIns="0" bIns="0" rtlCol="0" anchor="ctr"/>
          <a:lstStyle/>
          <a:p>
            <a:pPr indent="0" marL="0">
              <a:buNone/>
            </a:pPr>
            <a:r>
              <a:rPr lang="en-US" sz="15000" b="1" dirty="0">
                <a:solidFill>
                  <a:schemeClr val="accent5"/>
                </a:solidFill>
                <a:latin typeface="Cambria" pitchFamily="34" charset="0"/>
                <a:ea typeface="Cambria" pitchFamily="34" charset="-122"/>
                <a:cs typeface="Cambria" pitchFamily="34" charset="-120"/>
              </a:rPr>
              <a:t>“</a:t>
            </a:r>
            <a:endParaRPr lang="en-US" sz="15000" dirty="0"/>
          </a:p>
        </p:txBody>
      </p:sp>
      <p:sp>
        <p:nvSpPr>
          <p:cNvPr id="4" name="Verse"/>
          <p:cNvSpPr txBox="1"/>
          <p:nvPr/>
        </p:nvSpPr>
        <p:spPr>
          <a:xfrm>
            <a:off x="822960" y="1280160"/>
            <a:ext cx="8229600" cy="4114800"/>
          </a:xfrm>
          <a:prstGeom prst="rect">
            <a:avLst/>
          </a:prstGeom>
          <a:noFill/>
          <a:ln/>
        </p:spPr>
        <p:txBody>
          <a:bodyPr wrap="square" lIns="0" tIns="0" rIns="0" bIns="0" rtlCol="0" anchor="ctr"/>
          <a:lstStyle/>
          <a:p>
            <a:pPr indent="0" marL="0">
              <a:lnSpc>
                <a:spcPct val="108000"/>
              </a:lnSpc>
              <a:spcAft>
                <a:spcPts val="600"/>
              </a:spcAft>
              <a:buNone/>
            </a:pPr>
            <a:r>
              <a:rPr lang="en-US" sz="5600" b="1" dirty="0">
                <a:solidFill>
                  <a:schemeClr val="accent1"/>
                </a:solidFill>
                <a:latin typeface="Cambria" pitchFamily="34" charset="0"/>
                <a:ea typeface="Cambria" pitchFamily="34" charset="-122"/>
                <a:cs typeface="Cambria" pitchFamily="34" charset="-120"/>
              </a:rPr>
              <a:t>I can do all things</a:t>
            </a:r>
            <a:pPr indent="0" marL="0">
              <a:lnSpc>
                <a:spcPct val="108000"/>
              </a:lnSpc>
              <a:spcAft>
                <a:spcPts val="600"/>
              </a:spcAft>
              <a:buNone/>
            </a:pPr>
            <a:r>
              <a:rPr lang="en-US" sz="5600" dirty="0">
                <a:solidFill>
                  <a:schemeClr val="bg1"/>
                </a:solidFill>
                <a:latin typeface="Cambria" pitchFamily="34" charset="0"/>
                <a:ea typeface="Cambria" pitchFamily="34" charset="-122"/>
                <a:cs typeface="Cambria" pitchFamily="34" charset="-120"/>
              </a:rPr>
              <a:t> through Christ who strengthens me.</a:t>
            </a:r>
            <a:endParaRPr lang="en-US" sz="5600" dirty="0"/>
          </a:p>
        </p:txBody>
      </p:sp>
      <p:sp>
        <p:nvSpPr>
          <p:cNvPr id="5" name="Reference"/>
          <p:cNvSpPr txBox="1"/>
          <p:nvPr/>
        </p:nvSpPr>
        <p:spPr>
          <a:xfrm>
            <a:off x="822960" y="5532120"/>
            <a:ext cx="8229600" cy="640080"/>
          </a:xfrm>
          <a:prstGeom prst="rect">
            <a:avLst/>
          </a:prstGeom>
          <a:noFill/>
          <a:ln/>
        </p:spPr>
        <p:txBody>
          <a:bodyPr wrap="square" lIns="0" tIns="0" rIns="0" bIns="0" rtlCol="0" anchor="ctr"/>
          <a:lstStyle/>
          <a:p>
            <a:pPr indent="0" marL="0">
              <a:buNone/>
            </a:pPr>
            <a:r>
              <a:rPr lang="en-US" sz="2800" b="1" dirty="0">
                <a:solidFill>
                  <a:schemeClr val="accent1"/>
                </a:solidFill>
              </a:rPr>
              <a:t>— Philippians 4:13 (NKJV)</a:t>
            </a:r>
            <a:endParaRPr lang="en-US" sz="2800" dirty="0"/>
          </a:p>
        </p:txBody>
      </p:sp>
      <p:sp>
        <p:nvSpPr>
          <p:cNvPr id="6" name="Verse icon"/>
          <p:cNvSpPr/>
          <p:nvPr/>
        </p:nvSpPr>
        <p:spPr>
          <a:xfrm>
            <a:off x="9418320" y="2240280"/>
            <a:ext cx="2286000" cy="2286000"/>
          </a:xfrm>
          <a:prstGeom prst="ellipse">
            <a:avLst/>
          </a:prstGeom>
          <a:solidFill>
            <a:schemeClr val="accent5"/>
          </a:solidFill>
          <a:ln/>
        </p:spPr>
      </p:sp>
      <p:pic>
        <p:nvPicPr>
          <p:cNvPr id="7" name="Verse icon glyph" descr="preencoded.png">    </p:cNvPr>
          <p:cNvPicPr>
            <a:picLocks noChangeAspect="1"/>
          </p:cNvPicPr>
          <p:nvPr/>
        </p:nvPicPr>
        <p:blipFill>
          <a:blip r:embed="rId1"/>
          <a:stretch>
            <a:fillRect/>
          </a:stretch>
        </p:blipFill>
        <p:spPr>
          <a:xfrm>
            <a:off x="9966960" y="2788920"/>
            <a:ext cx="1188720" cy="1188720"/>
          </a:xfrm>
          <a:prstGeom prst="rect">
            <a:avLst/>
          </a:prstGeom>
        </p:spPr>
      </p:pic>
    </p:spTree>
  </p:cSld>
  <p:clrMapOvr>
    <a:masterClrMapping/>
  </p:clrMapOvr>
  <p:transition spd="med">
    <p:fade/>
  </p:transition>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3" name="Text 0"/>
          <p:cNvSpPr txBox="1"/>
          <p:nvPr/>
        </p:nvSpPr>
        <p:spPr>
          <a:xfrm>
            <a:off x="640080" y="411480"/>
            <a:ext cx="7315200" cy="1005840"/>
          </a:xfrm>
          <a:prstGeom prst="rect">
            <a:avLst/>
          </a:prstGeom>
          <a:noFill/>
          <a:ln/>
        </p:spPr>
        <p:txBody>
          <a:bodyPr wrap="square" lIns="0" tIns="0" rIns="0" bIns="0" rtlCol="0" anchor="ctr"/>
          <a:lstStyle/>
          <a:p>
            <a:pPr indent="0" marL="0">
              <a:buNone/>
            </a:pPr>
            <a:r>
              <a:rPr lang="en-US" sz="5400" b="1" dirty="0">
                <a:solidFill>
                  <a:schemeClr val="bg1"/>
                </a:solidFill>
                <a:latin typeface="Cambria" pitchFamily="34" charset="0"/>
                <a:ea typeface="Cambria" pitchFamily="34" charset="-122"/>
                <a:cs typeface="Cambria" pitchFamily="34" charset="-120"/>
              </a:rPr>
              <a:t>Sowing the Best</a:t>
            </a:r>
            <a:endParaRPr lang="en-US" sz="5400" dirty="0"/>
          </a:p>
        </p:txBody>
      </p:sp>
      <p:sp>
        <p:nvSpPr>
          <p:cNvPr id="4" name="Shape 1"/>
          <p:cNvSpPr/>
          <p:nvPr/>
        </p:nvSpPr>
        <p:spPr>
          <a:xfrm>
            <a:off x="731520" y="1691640"/>
            <a:ext cx="731520" cy="731520"/>
          </a:xfrm>
          <a:prstGeom prst="ellipse">
            <a:avLst/>
          </a:prstGeom>
          <a:solidFill>
            <a:schemeClr val="accent1"/>
          </a:solidFill>
          <a:ln/>
        </p:spPr>
      </p:sp>
      <p:sp>
        <p:nvSpPr>
          <p:cNvPr id="5" name="Text 2"/>
          <p:cNvSpPr txBox="1"/>
          <p:nvPr/>
        </p:nvSpPr>
        <p:spPr>
          <a:xfrm>
            <a:off x="731520" y="1691640"/>
            <a:ext cx="731520" cy="731520"/>
          </a:xfrm>
          <a:prstGeom prst="rect">
            <a:avLst/>
          </a:prstGeom>
          <a:noFill/>
          <a:ln/>
        </p:spPr>
        <p:txBody>
          <a:bodyPr wrap="square" lIns="0" tIns="0" rIns="0" bIns="0" rtlCol="0" anchor="ctr"/>
          <a:lstStyle/>
          <a:p>
            <a:pPr algn="ctr" indent="0" marL="0">
              <a:buNone/>
            </a:pPr>
            <a:r>
              <a:rPr lang="en-US" sz="3000" b="1" dirty="0">
                <a:solidFill>
                  <a:schemeClr val="bg1"/>
                </a:solidFill>
              </a:rPr>
              <a:t>1</a:t>
            </a:r>
            <a:endParaRPr lang="en-US" sz="3000" dirty="0"/>
          </a:p>
        </p:txBody>
      </p:sp>
      <p:sp>
        <p:nvSpPr>
          <p:cNvPr id="6" name="Text 3"/>
          <p:cNvSpPr txBox="1"/>
          <p:nvPr/>
        </p:nvSpPr>
        <p:spPr>
          <a:xfrm>
            <a:off x="1737360" y="1691640"/>
            <a:ext cx="5943600" cy="731520"/>
          </a:xfrm>
          <a:prstGeom prst="rect">
            <a:avLst/>
          </a:prstGeom>
          <a:noFill/>
          <a:ln/>
        </p:spPr>
        <p:txBody>
          <a:bodyPr wrap="square" lIns="0" tIns="0" rIns="0" bIns="0" rtlCol="0" anchor="ctr"/>
          <a:lstStyle/>
          <a:p>
            <a:pPr indent="0" marL="0">
              <a:buNone/>
            </a:pPr>
            <a:r>
              <a:rPr lang="en-US" sz="3400" dirty="0">
                <a:solidFill>
                  <a:schemeClr val="bg1"/>
                </a:solidFill>
              </a:rPr>
              <a:t>Sow positive attitudes</a:t>
            </a:r>
            <a:endParaRPr lang="en-US" sz="3400" dirty="0"/>
          </a:p>
        </p:txBody>
      </p:sp>
      <p:sp>
        <p:nvSpPr>
          <p:cNvPr id="7" name="Shape 4"/>
          <p:cNvSpPr/>
          <p:nvPr/>
        </p:nvSpPr>
        <p:spPr>
          <a:xfrm>
            <a:off x="731520" y="2606040"/>
            <a:ext cx="731520" cy="731520"/>
          </a:xfrm>
          <a:prstGeom prst="ellipse">
            <a:avLst/>
          </a:prstGeom>
          <a:solidFill>
            <a:schemeClr val="accent2"/>
          </a:solidFill>
          <a:ln/>
        </p:spPr>
      </p:sp>
      <p:sp>
        <p:nvSpPr>
          <p:cNvPr id="8" name="Text 5"/>
          <p:cNvSpPr txBox="1"/>
          <p:nvPr/>
        </p:nvSpPr>
        <p:spPr>
          <a:xfrm>
            <a:off x="731520" y="2606040"/>
            <a:ext cx="731520" cy="731520"/>
          </a:xfrm>
          <a:prstGeom prst="rect">
            <a:avLst/>
          </a:prstGeom>
          <a:noFill/>
          <a:ln/>
        </p:spPr>
        <p:txBody>
          <a:bodyPr wrap="square" lIns="0" tIns="0" rIns="0" bIns="0" rtlCol="0" anchor="ctr"/>
          <a:lstStyle/>
          <a:p>
            <a:pPr algn="ctr" indent="0" marL="0">
              <a:buNone/>
            </a:pPr>
            <a:r>
              <a:rPr lang="en-US" sz="3000" b="1" dirty="0">
                <a:solidFill>
                  <a:schemeClr val="bg1"/>
                </a:solidFill>
              </a:rPr>
              <a:t>2</a:t>
            </a:r>
            <a:endParaRPr lang="en-US" sz="3000" dirty="0"/>
          </a:p>
        </p:txBody>
      </p:sp>
      <p:sp>
        <p:nvSpPr>
          <p:cNvPr id="9" name="Text 6"/>
          <p:cNvSpPr txBox="1"/>
          <p:nvPr/>
        </p:nvSpPr>
        <p:spPr>
          <a:xfrm>
            <a:off x="1737360" y="2606040"/>
            <a:ext cx="5943600" cy="731520"/>
          </a:xfrm>
          <a:prstGeom prst="rect">
            <a:avLst/>
          </a:prstGeom>
          <a:noFill/>
          <a:ln/>
        </p:spPr>
        <p:txBody>
          <a:bodyPr wrap="square" lIns="0" tIns="0" rIns="0" bIns="0" rtlCol="0" anchor="ctr"/>
          <a:lstStyle/>
          <a:p>
            <a:pPr indent="0" marL="0">
              <a:buNone/>
            </a:pPr>
            <a:r>
              <a:rPr lang="en-US" sz="3400" dirty="0">
                <a:solidFill>
                  <a:schemeClr val="bg1"/>
                </a:solidFill>
              </a:rPr>
              <a:t>Sow integrity</a:t>
            </a:r>
            <a:endParaRPr lang="en-US" sz="3400" dirty="0"/>
          </a:p>
        </p:txBody>
      </p:sp>
      <p:sp>
        <p:nvSpPr>
          <p:cNvPr id="10" name="Shape 7"/>
          <p:cNvSpPr/>
          <p:nvPr/>
        </p:nvSpPr>
        <p:spPr>
          <a:xfrm>
            <a:off x="731520" y="3520440"/>
            <a:ext cx="731520" cy="731520"/>
          </a:xfrm>
          <a:prstGeom prst="ellipse">
            <a:avLst/>
          </a:prstGeom>
          <a:solidFill>
            <a:schemeClr val="accent3"/>
          </a:solidFill>
          <a:ln/>
        </p:spPr>
      </p:sp>
      <p:sp>
        <p:nvSpPr>
          <p:cNvPr id="11" name="Text 8"/>
          <p:cNvSpPr txBox="1"/>
          <p:nvPr/>
        </p:nvSpPr>
        <p:spPr>
          <a:xfrm>
            <a:off x="731520" y="3520440"/>
            <a:ext cx="731520" cy="731520"/>
          </a:xfrm>
          <a:prstGeom prst="rect">
            <a:avLst/>
          </a:prstGeom>
          <a:noFill/>
          <a:ln/>
        </p:spPr>
        <p:txBody>
          <a:bodyPr wrap="square" lIns="0" tIns="0" rIns="0" bIns="0" rtlCol="0" anchor="ctr"/>
          <a:lstStyle/>
          <a:p>
            <a:pPr algn="ctr" indent="0" marL="0">
              <a:buNone/>
            </a:pPr>
            <a:r>
              <a:rPr lang="en-US" sz="3000" b="1" dirty="0">
                <a:solidFill>
                  <a:schemeClr val="bg1"/>
                </a:solidFill>
              </a:rPr>
              <a:t>3</a:t>
            </a:r>
            <a:endParaRPr lang="en-US" sz="3000" dirty="0"/>
          </a:p>
        </p:txBody>
      </p:sp>
      <p:sp>
        <p:nvSpPr>
          <p:cNvPr id="12" name="Text 9"/>
          <p:cNvSpPr txBox="1"/>
          <p:nvPr/>
        </p:nvSpPr>
        <p:spPr>
          <a:xfrm>
            <a:off x="1737360" y="3520440"/>
            <a:ext cx="5943600" cy="731520"/>
          </a:xfrm>
          <a:prstGeom prst="rect">
            <a:avLst/>
          </a:prstGeom>
          <a:noFill/>
          <a:ln/>
        </p:spPr>
        <p:txBody>
          <a:bodyPr wrap="square" lIns="0" tIns="0" rIns="0" bIns="0" rtlCol="0" anchor="ctr"/>
          <a:lstStyle/>
          <a:p>
            <a:pPr indent="0" marL="0">
              <a:buNone/>
            </a:pPr>
            <a:r>
              <a:rPr lang="en-US" sz="3400" dirty="0">
                <a:solidFill>
                  <a:schemeClr val="bg1"/>
                </a:solidFill>
              </a:rPr>
              <a:t>Sow spirituality</a:t>
            </a:r>
            <a:endParaRPr lang="en-US" sz="3400" dirty="0"/>
          </a:p>
        </p:txBody>
      </p:sp>
      <p:sp>
        <p:nvSpPr>
          <p:cNvPr id="13" name="Shape 10"/>
          <p:cNvSpPr/>
          <p:nvPr/>
        </p:nvSpPr>
        <p:spPr>
          <a:xfrm>
            <a:off x="731520" y="4434840"/>
            <a:ext cx="731520" cy="731520"/>
          </a:xfrm>
          <a:prstGeom prst="ellipse">
            <a:avLst/>
          </a:prstGeom>
          <a:solidFill>
            <a:schemeClr val="accent4"/>
          </a:solidFill>
          <a:ln/>
        </p:spPr>
      </p:sp>
      <p:sp>
        <p:nvSpPr>
          <p:cNvPr id="14" name="Text 11"/>
          <p:cNvSpPr txBox="1"/>
          <p:nvPr/>
        </p:nvSpPr>
        <p:spPr>
          <a:xfrm>
            <a:off x="731520" y="4434840"/>
            <a:ext cx="731520" cy="731520"/>
          </a:xfrm>
          <a:prstGeom prst="rect">
            <a:avLst/>
          </a:prstGeom>
          <a:noFill/>
          <a:ln/>
        </p:spPr>
        <p:txBody>
          <a:bodyPr wrap="square" lIns="0" tIns="0" rIns="0" bIns="0" rtlCol="0" anchor="ctr"/>
          <a:lstStyle/>
          <a:p>
            <a:pPr algn="ctr" indent="0" marL="0">
              <a:buNone/>
            </a:pPr>
            <a:r>
              <a:rPr lang="en-US" sz="3000" b="1" dirty="0">
                <a:solidFill>
                  <a:schemeClr val="bg1"/>
                </a:solidFill>
              </a:rPr>
              <a:t>4</a:t>
            </a:r>
            <a:endParaRPr lang="en-US" sz="3000" dirty="0"/>
          </a:p>
        </p:txBody>
      </p:sp>
      <p:sp>
        <p:nvSpPr>
          <p:cNvPr id="15" name="Text 12"/>
          <p:cNvSpPr txBox="1"/>
          <p:nvPr/>
        </p:nvSpPr>
        <p:spPr>
          <a:xfrm>
            <a:off x="1737360" y="4434840"/>
            <a:ext cx="5943600" cy="731520"/>
          </a:xfrm>
          <a:prstGeom prst="rect">
            <a:avLst/>
          </a:prstGeom>
          <a:noFill/>
          <a:ln/>
        </p:spPr>
        <p:txBody>
          <a:bodyPr wrap="square" lIns="0" tIns="0" rIns="0" bIns="0" rtlCol="0" anchor="ctr"/>
          <a:lstStyle/>
          <a:p>
            <a:pPr indent="0" marL="0">
              <a:buNone/>
            </a:pPr>
            <a:r>
              <a:rPr lang="en-US" sz="3400" dirty="0">
                <a:solidFill>
                  <a:schemeClr val="bg1"/>
                </a:solidFill>
              </a:rPr>
              <a:t>Sow discipline</a:t>
            </a:r>
            <a:endParaRPr lang="en-US" sz="3400" dirty="0"/>
          </a:p>
        </p:txBody>
      </p:sp>
      <p:sp>
        <p:nvSpPr>
          <p:cNvPr id="16" name="Shape 13"/>
          <p:cNvSpPr/>
          <p:nvPr/>
        </p:nvSpPr>
        <p:spPr>
          <a:xfrm>
            <a:off x="731520" y="5349240"/>
            <a:ext cx="731520" cy="731520"/>
          </a:xfrm>
          <a:prstGeom prst="ellipse">
            <a:avLst/>
          </a:prstGeom>
          <a:solidFill>
            <a:schemeClr val="accent5"/>
          </a:solidFill>
          <a:ln/>
        </p:spPr>
      </p:sp>
      <p:sp>
        <p:nvSpPr>
          <p:cNvPr id="17" name="Text 14"/>
          <p:cNvSpPr txBox="1"/>
          <p:nvPr/>
        </p:nvSpPr>
        <p:spPr>
          <a:xfrm>
            <a:off x="731520" y="5349240"/>
            <a:ext cx="731520" cy="731520"/>
          </a:xfrm>
          <a:prstGeom prst="rect">
            <a:avLst/>
          </a:prstGeom>
          <a:noFill/>
          <a:ln/>
        </p:spPr>
        <p:txBody>
          <a:bodyPr wrap="square" lIns="0" tIns="0" rIns="0" bIns="0" rtlCol="0" anchor="ctr"/>
          <a:lstStyle/>
          <a:p>
            <a:pPr algn="ctr" indent="0" marL="0">
              <a:buNone/>
            </a:pPr>
            <a:r>
              <a:rPr lang="en-US" sz="3000" b="1" dirty="0">
                <a:solidFill>
                  <a:schemeClr val="bg1"/>
                </a:solidFill>
              </a:rPr>
              <a:t>5</a:t>
            </a:r>
            <a:endParaRPr lang="en-US" sz="3000" dirty="0"/>
          </a:p>
        </p:txBody>
      </p:sp>
      <p:sp>
        <p:nvSpPr>
          <p:cNvPr id="18" name="Text 15"/>
          <p:cNvSpPr txBox="1"/>
          <p:nvPr/>
        </p:nvSpPr>
        <p:spPr>
          <a:xfrm>
            <a:off x="1737360" y="5349240"/>
            <a:ext cx="5943600" cy="731520"/>
          </a:xfrm>
          <a:prstGeom prst="rect">
            <a:avLst/>
          </a:prstGeom>
          <a:noFill/>
          <a:ln/>
        </p:spPr>
        <p:txBody>
          <a:bodyPr wrap="square" lIns="0" tIns="0" rIns="0" bIns="0" rtlCol="0" anchor="ctr"/>
          <a:lstStyle/>
          <a:p>
            <a:pPr indent="0" marL="0">
              <a:buNone/>
            </a:pPr>
            <a:r>
              <a:rPr lang="en-US" sz="3400" dirty="0">
                <a:solidFill>
                  <a:schemeClr val="bg1"/>
                </a:solidFill>
              </a:rPr>
              <a:t>Sow a correct image</a:t>
            </a:r>
            <a:endParaRPr lang="en-US" sz="3400" dirty="0"/>
          </a:p>
        </p:txBody>
      </p:sp>
      <p:pic>
        <p:nvPicPr>
          <p:cNvPr id="19" name="Harvest illustration" descr="/tmp/claude-0/-home-user-demohub/4e189e5a-9413-5c63-8621-9705e4931a88/scratchpad/deck/img/wheat.png">    </p:cNvPr>
          <p:cNvPicPr>
            <a:picLocks noChangeAspect="1"/>
          </p:cNvPicPr>
          <p:nvPr/>
        </p:nvPicPr>
        <p:blipFill>
          <a:blip r:embed="rId1"/>
          <a:stretch>
            <a:fillRect/>
          </a:stretch>
        </p:blipFill>
        <p:spPr>
          <a:xfrm>
            <a:off x="8001000" y="1463040"/>
            <a:ext cx="3657600" cy="3657600"/>
          </a:xfrm>
          <a:prstGeom prst="rect">
            <a:avLst/>
          </a:prstGeom>
        </p:spPr>
      </p:pic>
    </p:spTree>
  </p:cSld>
  <p:clrMapOvr>
    <a:masterClrMapping/>
  </p:clrMapOvr>
  <p:transition spd="med">
    <p:fade/>
  </p:transition>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Closing panel"/>
          <p:cNvSpPr/>
          <p:nvPr/>
        </p:nvSpPr>
        <p:spPr>
          <a:xfrm>
            <a:off x="548640" y="1280160"/>
            <a:ext cx="6126480" cy="4297680"/>
          </a:xfrm>
          <a:prstGeom prst="roundRect">
            <a:avLst>
              <a:gd name="adj" fmla="val 5319"/>
            </a:avLst>
          </a:prstGeom>
          <a:solidFill>
            <a:schemeClr val="tx2">
              <a:alpha val="88000"/>
            </a:schemeClr>
          </a:solidFill>
          <a:ln/>
        </p:spPr>
      </p:sp>
      <p:sp>
        <p:nvSpPr>
          <p:cNvPr id="4" name="Text 1"/>
          <p:cNvSpPr txBox="1"/>
          <p:nvPr/>
        </p:nvSpPr>
        <p:spPr>
          <a:xfrm>
            <a:off x="1005840" y="1691640"/>
            <a:ext cx="5303520" cy="1463040"/>
          </a:xfrm>
          <a:prstGeom prst="rect">
            <a:avLst/>
          </a:prstGeom>
          <a:noFill/>
          <a:ln/>
        </p:spPr>
        <p:txBody>
          <a:bodyPr wrap="square" lIns="0" tIns="0" rIns="0" bIns="0" rtlCol="0" anchor="t"/>
          <a:lstStyle/>
          <a:p>
            <a:pPr indent="0" marL="0">
              <a:buNone/>
            </a:pPr>
            <a:r>
              <a:rPr lang="en-US" sz="3600" i="1" dirty="0">
                <a:solidFill>
                  <a:schemeClr val="bg2"/>
                </a:solidFill>
                <a:latin typeface="Cambria" pitchFamily="34" charset="0"/>
                <a:ea typeface="Cambria" pitchFamily="34" charset="-122"/>
                <a:cs typeface="Cambria" pitchFamily="34" charset="-120"/>
              </a:rPr>
              <a:t>A man reaps what he sows.</a:t>
            </a:r>
            <a:endParaRPr lang="en-US" sz="3600" dirty="0"/>
          </a:p>
        </p:txBody>
      </p:sp>
      <p:sp>
        <p:nvSpPr>
          <p:cNvPr id="5" name="Text 2"/>
          <p:cNvSpPr txBox="1"/>
          <p:nvPr/>
        </p:nvSpPr>
        <p:spPr>
          <a:xfrm>
            <a:off x="1005840" y="3108960"/>
            <a:ext cx="5394960" cy="1828800"/>
          </a:xfrm>
          <a:prstGeom prst="rect">
            <a:avLst/>
          </a:prstGeom>
          <a:noFill/>
          <a:ln/>
        </p:spPr>
        <p:txBody>
          <a:bodyPr wrap="square" lIns="0" tIns="0" rIns="0" bIns="0" rtlCol="0" anchor="t"/>
          <a:lstStyle/>
          <a:p>
            <a:pPr indent="0" marL="0">
              <a:buNone/>
            </a:pPr>
            <a:r>
              <a:rPr lang="en-US" sz="6000" b="1" dirty="0">
                <a:solidFill>
                  <a:schemeClr val="accent1"/>
                </a:solidFill>
                <a:latin typeface="Cambria" pitchFamily="34" charset="0"/>
                <a:ea typeface="Cambria" pitchFamily="34" charset="-122"/>
                <a:cs typeface="Cambria" pitchFamily="34" charset="-120"/>
              </a:rPr>
              <a:t>Let’s sow the best!</a:t>
            </a:r>
            <a:endParaRPr lang="en-US" sz="6000" dirty="0"/>
          </a:p>
        </p:txBody>
      </p:sp>
    </p:spTree>
  </p:cSld>
  <p:clrMapOvr>
    <a:masterClrMapping/>
  </p:clrMapOvr>
  <p:transition spd="med">
    <p:fade/>
  </p:transition>
</p:sld>
</file>

<file path=ppt/theme/theme1.xml><?xml version="1.0" encoding="utf-8"?>
<a:theme xmlns:a="http://schemas.openxmlformats.org/drawingml/2006/main" name="Harvest">
  <a:themeElements>
    <a:clrScheme name="Harvest">
      <a:dk1>
        <a:srgbClr val="1A1A1A"/>
      </a:dk1>
      <a:lt1>
        <a:srgbClr val="FFFFFF"/>
      </a:lt1>
      <a:dk2>
        <a:srgbClr val="1E4D2B"/>
      </a:dk2>
      <a:lt2>
        <a:srgbClr val="EEF5EA"/>
      </a:lt2>
      <a:accent1>
        <a:srgbClr val="E0A93B"/>
      </a:accent1>
      <a:accent2>
        <a:srgbClr val="4E8B4A"/>
      </a:accent2>
      <a:accent3>
        <a:srgbClr val="2E86AB"/>
      </a:accent3>
      <a:accent4>
        <a:srgbClr val="C8553D"/>
      </a:accent4>
      <a:accent5>
        <a:srgbClr val="7B5EA7"/>
      </a:accent5>
      <a:accent6>
        <a:srgbClr val="8C6239"/>
      </a:accent6>
      <a:hlink>
        <a:srgbClr val="2E86AB"/>
      </a:hlink>
      <a:folHlink>
        <a:srgbClr val="7B5EA7"/>
      </a:folHlink>
    </a:clrScheme>
    <a:fontScheme name="Harves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Sowing the Best</dc:title>
  <dc:subject>Lesson 8: Sowing the Best</dc:subject>
  <dc:creator>PptxGenJS</dc:creator>
  <cp:lastModifiedBy>PptxGenJS</cp:lastModifiedBy>
  <cp:revision>1</cp:revision>
  <dcterms:created xsi:type="dcterms:W3CDTF">2026-10-10T17:50:09Z</dcterms:created>
  <dcterms:modified xsi:type="dcterms:W3CDTF">2026-10-10T17:50:09Z</dcterms:modified>
</cp:coreProperties>
</file>