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7ddbb98-2b12-6bd0-a6f9-157e10e731da}">
          <p14:sldIdLst>
            <p14:sldId id="256"/>
            <p14:sldId id="257"/>
            <p14:sldId id="258"/>
            <p14:sldId id="259"/>
            <p14:sldId id="260"/>
          </p14:sldIdLst>
        </p14:section>
        <p14:section name="1. Sow Positive Attitudes" id="{794cf7d0-253e-e27f-99ba-4ec8720f0863}">
          <p14:sldIdLst>
            <p14:sldId id="261"/>
            <p14:sldId id="262"/>
            <p14:sldId id="263"/>
            <p14:sldId id="264"/>
          </p14:sldIdLst>
        </p14:section>
        <p14:section name="2. Sow Integrity" id="{f5d7f4f6-3e7a-af4d-2f5a-44e8d218c040}">
          <p14:sldIdLst>
            <p14:sldId id="265"/>
            <p14:sldId id="266"/>
            <p14:sldId id="267"/>
            <p14:sldId id="268"/>
          </p14:sldIdLst>
        </p14:section>
        <p14:section name="3. Sow Spirituality" id="{864511ac-76de-a3d7-2922-b35347cde148}">
          <p14:sldIdLst>
            <p14:sldId id="269"/>
            <p14:sldId id="270"/>
            <p14:sldId id="271"/>
            <p14:sldId id="272"/>
          </p14:sldIdLst>
        </p14:section>
        <p14:section name="4. Sow Discipline" id="{70684ab3-a1ff-c798-0ff0-34a08751ee27}">
          <p14:sldIdLst>
            <p14:sldId id="273"/>
            <p14:sldId id="274"/>
            <p14:sldId id="275"/>
            <p14:sldId id="276"/>
            <p14:sldId id="277"/>
          </p14:sldIdLst>
        </p14:section>
        <p14:section name="5. Sow A Correct Image" id="{8ff3b32c-3912-6225-1989-afcb4bbe2be9}">
          <p14:sldIdLst>
            <p14:sldId id="278"/>
            <p14:sldId id="279"/>
            <p14:sldId id="280"/>
            <p14:sldId id="281"/>
            <p14:sldId id="282"/>
            <p14:sldId id="283"/>
          </p14:sldIdLst>
        </p14:section>
        <p14:section name="Summary" id="{86820662-5ed7-8096-b919-61b799855c8a}">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Sower of Best
Erika Mariano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are healed and delivered from our old life let us sow positive seeds to our family and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Galatians 6:7 (NIV) Do not be deceived: God cannot be mocked. A man reaps what he sows.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sow positive things we will reap a good harvest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5 things we can start to sow: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Sow Positive Attitudes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Be positive in your words
Ephesians 4:29 (NIV) Do not let any unwholesome talk come out of your mouths, but only what is helpful for building others up according to their needs, that it may benefit those who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II. Sow good works
Matthew 5:16 (NIV) In the same way, let your light shine before men, that they may see your good deeds and praise your Father in heaven.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III. Be kind and loving in how you relate to others
Ephesians 4:31–32 (NIV) Get rid of all bitterness, rage and anger, brawling and slander, along with every form of malice.  Be kind and compassionate to one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Sow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Timothy 4:7–8 (NIV) Have nothing to do with godless myths and old wives' tales; rather, train yourself to be godly.  For physical training is of some value, but godliness has value for all things, holding promise for both the present life and the life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in integrity and godliness
- The Bible says, “Train yourself to be godly.”
- To be godly means to live a God centered life
- Integrity is the quality of being upright morally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in integrity and godliness
- To live in integrity means to live on what is right all the time. NO COMPROMISE with 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Sow Spirituality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Matthew 5:14 (NLT) You are the light of the world—like a city on a mountain, glowing in the night for all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Sowing spirituality means you are bringing the presence of God into your home, school and workplace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sow spirituality?
I. Manifest the Christ-like character
II. Bring prayer
III. Bring the Word of God
IV. Bring the cell group into your home, schools, and workplace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Sow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Discipline is self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Discipline means:
- Self control; not impulsive and uncontrolled
- Order and proper management
- Sticking to right priorities and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Peter 5:8 (NIV) Be self-controlled and alert. Your enemy the devil prowls around like a roaring lion looking for someone to devour.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Corinthians 9:27 (NLT) I discipline my body like an athlete, training it to do what it should. Otherwise, I fear that after preaching to others I myself might be disqualified.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Sow A Correct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sow a correct image is to be at peace with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a correct image means:
- You have a positive self esteem.
- You feel good about yourself.
- You have a healthy outlook of who you are in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a correct image means:
- You see yourself the way God sees you. Unique, precious, lovable and important.
- You see yourself as a winner in Christ and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Psalms 139:13–14 (NIV) For you created my inmost being; you knit me together in my mother's womb.   I praise you because I am fearfully and wonderfully made; your works are wonderful, I know that full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Philippians 4:13 (NKJV) I can do all things through Christ who strengthens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Sowing the Best:
1. Sow positive attitudes
2. Sow integrity
3. Sow spirituality
4. Sow discipline
5. Sow a correct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Title-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Light-Statem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05840"/>
          </a:xfrm>
          <a:prstGeom prst="rect">
            <a:avLst/>
          </a:prstGeom>
          <a:noFill/>
          <a:ln/>
        </p:spPr>
        <p:txBody>
          <a:bodyPr wrap="square" rtlCol="0"/>
          <a:lstStyle>
            <a:lvl1pPr indent="0" marL="0">
              <a:buNone/>
              <a:defRPr lang="en-US" sz="4000" b="1" dirty="0">
                <a:solidFill>
                  <a:schemeClr val="tx2"/>
                </a:solidFill>
              </a:defRPr>
            </a:lvl1pPr>
          </a:lstStyle>
          <a:p>
            <a:pPr indent="0" marL="0">
              <a:buNone/>
            </a:pPr>
            <a:r>
              <a:rPr lang="en-US" sz="4000" b="1" dirty="0">
                <a:solidFill>
                  <a:schemeClr val="tx2"/>
                </a:solidFill>
              </a:rPr>
              <a:t>Slide title</a:t>
            </a:r>
            <a:endParaRPr lang="en-US" sz="40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3.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3.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itle panel"/>
          <p:cNvSpPr/>
          <p:nvPr/>
        </p:nvSpPr>
        <p:spPr>
          <a:xfrm>
            <a:off x="548640" y="1188720"/>
            <a:ext cx="6126480" cy="4480560"/>
          </a:xfrm>
          <a:prstGeom prst="roundRect">
            <a:avLst>
              <a:gd name="adj" fmla="val 5102"/>
            </a:avLst>
          </a:prstGeom>
          <a:solidFill>
            <a:schemeClr val="tx2">
              <a:alpha val="85000"/>
            </a:schemeClr>
          </a:solidFill>
          <a:ln/>
        </p:spPr>
      </p:sp>
      <p:sp>
        <p:nvSpPr>
          <p:cNvPr id="4" name="Title"/>
          <p:cNvSpPr txBox="1"/>
          <p:nvPr/>
        </p:nvSpPr>
        <p:spPr>
          <a:xfrm>
            <a:off x="1005840" y="1508760"/>
            <a:ext cx="5394960" cy="2651760"/>
          </a:xfrm>
          <a:prstGeom prst="rect">
            <a:avLst/>
          </a:prstGeom>
          <a:noFill/>
          <a:ln/>
        </p:spPr>
        <p:txBody>
          <a:bodyPr wrap="square" lIns="0" tIns="0" rIns="0" bIns="0" rtlCol="0" anchor="ctr"/>
          <a:lstStyle/>
          <a:p>
            <a:pPr indent="0" marL="0">
              <a:buNone/>
            </a:pPr>
            <a:r>
              <a:rPr lang="en-US" sz="7600" b="1" dirty="0">
                <a:solidFill>
                  <a:schemeClr val="bg1"/>
                </a:solidFill>
                <a:latin typeface="Cambria" pitchFamily="34" charset="0"/>
                <a:ea typeface="Cambria" pitchFamily="34" charset="-122"/>
                <a:cs typeface="Cambria" pitchFamily="34" charset="-120"/>
              </a:rPr>
              <a:t>Sower of Best</a:t>
            </a:r>
            <a:endParaRPr lang="en-US" sz="7600" dirty="0"/>
          </a:p>
        </p:txBody>
      </p:sp>
      <p:sp>
        <p:nvSpPr>
          <p:cNvPr id="5" name="Speaker icon"/>
          <p:cNvSpPr/>
          <p:nvPr/>
        </p:nvSpPr>
        <p:spPr>
          <a:xfrm>
            <a:off x="1005840" y="4434840"/>
            <a:ext cx="777240" cy="777240"/>
          </a:xfrm>
          <a:prstGeom prst="ellipse">
            <a:avLst/>
          </a:prstGeom>
          <a:solidFill>
            <a:schemeClr val="accent1"/>
          </a:solidFill>
          <a:ln/>
        </p:spPr>
      </p:sp>
      <p:pic>
        <p:nvPicPr>
          <p:cNvPr id="6" name="Speaker icon glyph" descr="preencoded.png">    </p:cNvPr>
          <p:cNvPicPr>
            <a:picLocks noChangeAspect="1"/>
          </p:cNvPicPr>
          <p:nvPr/>
        </p:nvPicPr>
        <p:blipFill>
          <a:blip r:embed="rId2"/>
          <a:stretch>
            <a:fillRect/>
          </a:stretch>
        </p:blipFill>
        <p:spPr>
          <a:xfrm>
            <a:off x="1192378" y="4621378"/>
            <a:ext cx="404165" cy="404165"/>
          </a:xfrm>
          <a:prstGeom prst="rect">
            <a:avLst/>
          </a:prstGeom>
        </p:spPr>
      </p:pic>
      <p:sp>
        <p:nvSpPr>
          <p:cNvPr id="7" name="Speaker"/>
          <p:cNvSpPr txBox="1"/>
          <p:nvPr/>
        </p:nvSpPr>
        <p:spPr>
          <a:xfrm>
            <a:off x="2011680" y="4434840"/>
            <a:ext cx="4389120" cy="777240"/>
          </a:xfrm>
          <a:prstGeom prst="rect">
            <a:avLst/>
          </a:prstGeom>
          <a:noFill/>
          <a:ln/>
        </p:spPr>
        <p:txBody>
          <a:bodyPr wrap="square" lIns="0" tIns="0" rIns="0" bIns="0" rtlCol="0" anchor="ctr"/>
          <a:lstStyle/>
          <a:p>
            <a:pPr indent="0" marL="0">
              <a:buNone/>
            </a:pPr>
            <a:r>
              <a:rPr lang="en-US" sz="3400" b="1" dirty="0">
                <a:solidFill>
                  <a:schemeClr val="accent6"/>
                </a:solidFill>
              </a:rPr>
              <a:t>Erika Mariano</a:t>
            </a:r>
            <a:endParaRPr lang="en-US" sz="34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50"/>
                                        <p:tgtEl>
                                          <p:spTgt spid="3"/>
                                        </p:tgtEl>
                                      </p:cBhvr>
                                    </p:animEffect>
                                    <p:anim calcmode="lin" valueType="num">
                                      <p:cBhvr additive="base">
                                        <p:cTn id="8" dur="350" fill="hold"/>
                                        <p:tgtEl>
                                          <p:spTgt spid="3"/>
                                        </p:tgtEl>
                                        <p:attrNameLst>
                                          <p:attrName>ppt_x</p:attrName>
                                        </p:attrNameLst>
                                      </p:cBhvr>
                                      <p:tavLst>
                                        <p:tav tm="0">
                                          <p:val>
                                            <p:strVal val="#ppt_x"/>
                                          </p:val>
                                        </p:tav>
                                        <p:tav tm="100000">
                                          <p:val>
                                            <p:strVal val="#ppt_x"/>
                                          </p:val>
                                        </p:tav>
                                      </p:tavLst>
                                    </p:anim>
                                    <p:anim calcmode="lin" valueType="num">
                                      <p:cBhvr additive="base">
                                        <p:cTn id="9" dur="350" fill="hold"/>
                                        <p:tgtEl>
                                          <p:spTgt spid="3"/>
                                        </p:tgtEl>
                                        <p:attrNameLst>
                                          <p:attrName>ppt_y</p:attrName>
                                        </p:attrNameLst>
                                      </p:cBhvr>
                                      <p:tavLst>
                                        <p:tav tm="0">
                                          <p:val>
                                            <p:strVal val="#ppt_y+.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anim calcmode="lin" valueType="num">
                                      <p:cBhvr additive="base">
                                        <p:cTn id="13" dur="350" fill="hold"/>
                                        <p:tgtEl>
                                          <p:spTgt spid="4"/>
                                        </p:tgtEl>
                                        <p:attrNameLst>
                                          <p:attrName>ppt_x</p:attrName>
                                        </p:attrNameLst>
                                      </p:cBhvr>
                                      <p:tavLst>
                                        <p:tav tm="0">
                                          <p:val>
                                            <p:strVal val="#ppt_x"/>
                                          </p:val>
                                        </p:tav>
                                        <p:tav tm="100000">
                                          <p:val>
                                            <p:strVal val="#ppt_x"/>
                                          </p:val>
                                        </p:tav>
                                      </p:tavLst>
                                    </p:anim>
                                    <p:anim calcmode="lin" valueType="num">
                                      <p:cBhvr additive="base">
                                        <p:cTn id="14" dur="350" fill="hold"/>
                                        <p:tgtEl>
                                          <p:spTgt spid="4"/>
                                        </p:tgtEl>
                                        <p:attrNameLst>
                                          <p:attrName>ppt_y</p:attrName>
                                        </p:attrNameLst>
                                      </p:cBhvr>
                                      <p:tavLst>
                                        <p:tav tm="0">
                                          <p:val>
                                            <p:strVal val="#ppt_y+.06"/>
                                          </p:val>
                                        </p:tav>
                                        <p:tav tm="100000">
                                          <p:val>
                                            <p:strVal val="#ppt_y"/>
                                          </p:val>
                                        </p:tav>
                                      </p:tavLst>
                                    </p:anim>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3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tatement"/>
          <p:cNvSpPr txBox="1"/>
          <p:nvPr/>
        </p:nvSpPr>
        <p:spPr>
          <a:xfrm>
            <a:off x="731520" y="914400"/>
            <a:ext cx="6675120" cy="4846320"/>
          </a:xfrm>
          <a:prstGeom prst="rect">
            <a:avLst/>
          </a:prstGeom>
          <a:noFill/>
          <a:ln/>
        </p:spPr>
        <p:txBody>
          <a:bodyPr wrap="square" lIns="0" tIns="0" rIns="0" bIns="0" rtlCol="0" anchor="ctr"/>
          <a:lstStyle/>
          <a:p>
            <a:pPr indent="0" marL="0">
              <a:lnSpc>
                <a:spcPct val="110000"/>
              </a:lnSpc>
              <a:buNone/>
            </a:pPr>
            <a:r>
              <a:rPr lang="en-US" sz="4200" dirty="0">
                <a:solidFill>
                  <a:schemeClr val="tx2"/>
                </a:solidFill>
                <a:latin typeface="Cambria" pitchFamily="34" charset="0"/>
                <a:ea typeface="Cambria" pitchFamily="34" charset="-122"/>
                <a:cs typeface="Cambria" pitchFamily="34" charset="-120"/>
              </a:rPr>
              <a:t>Now that we are healed and delivered from our old life let us sow positive seeds to our family and friends</a:t>
            </a:r>
            <a:endParaRPr lang="en-US" sz="4200" dirty="0"/>
          </a:p>
        </p:txBody>
      </p:sp>
      <p:pic>
        <p:nvPicPr>
          <p:cNvPr id="4" name="Sprout illustration" descr="/tmp/claude-0/-home-user-demohub/4e189e5a-9413-5c63-8621-9705e4931a88/scratchpad/deck/img/sprout.png">    </p:cNvPr>
          <p:cNvPicPr>
            <a:picLocks noChangeAspect="1"/>
          </p:cNvPicPr>
          <p:nvPr/>
        </p:nvPicPr>
        <p:blipFill>
          <a:blip r:embed="rId1"/>
          <a:stretch>
            <a:fillRect/>
          </a:stretch>
        </p:blipFill>
        <p:spPr>
          <a:xfrm>
            <a:off x="7818120" y="1143000"/>
            <a:ext cx="3931920" cy="3931920"/>
          </a:xfrm>
          <a:prstGeom prst="rect">
            <a:avLst/>
          </a:prstGeom>
        </p:spPr>
      </p:pic>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2</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350" fill="hold"/>
                                        <p:tgtEl>
                                          <p:spTgt spid="4"/>
                                        </p:tgtEl>
                                        <p:attrNameLst>
                                          <p:attrName>ppt_w</p:attrName>
                                        </p:attrNameLst>
                                      </p:cBhvr>
                                      <p:tavLst>
                                        <p:tav tm="0">
                                          <p:val>
                                            <p:strVal val="0"/>
                                          </p:val>
                                        </p:tav>
                                        <p:tav tm="100000">
                                          <p:val>
                                            <p:strVal val="#ppt_w"/>
                                          </p:val>
                                        </p:tav>
                                      </p:tavLst>
                                    </p:anim>
                                    <p:anim calcmode="lin" valueType="num">
                                      <p:cBhvr additive="base">
                                        <p:cTn id="8" dur="350" fill="hold"/>
                                        <p:tgtEl>
                                          <p:spTgt spid="4"/>
                                        </p:tgtEl>
                                        <p:attrNameLst>
                                          <p:attrName>ppt_h</p:attrName>
                                        </p:attrNameLst>
                                      </p:cBhvr>
                                      <p:tavLst>
                                        <p:tav tm="0">
                                          <p:val>
                                            <p:strVal val="0"/>
                                          </p:val>
                                        </p:tav>
                                        <p:tav tm="100000">
                                          <p:val>
                                            <p:strVal val="#ppt_h"/>
                                          </p:val>
                                        </p:tav>
                                      </p:tavLst>
                                    </p:anim>
                                    <p:animEffect transition="in" filter="fade">
                                      <p:cBhvr>
                                        <p:cTn id="9" dur="350"/>
                                        <p:tgtEl>
                                          <p:spTgt spid="4"/>
                                        </p:tgtEl>
                                      </p:cBhvr>
                                    </p:animEffect>
                                  </p:childTnLst>
                                </p:cTn>
                              </p:par>
                            </p:childTnLst>
                          </p:cTn>
                        </p:par>
                        <p:par>
                          <p:cTn id="10" fill="hold">
                            <p:stCondLst>
                              <p:cond delay="220"/>
                            </p:stCondLst>
                            <p:childTnLst>
                              <p:par>
                                <p:cTn id="11" presetID="10"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3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Verse"/>
          <p:cNvSpPr txBox="1"/>
          <p:nvPr/>
        </p:nvSpPr>
        <p:spPr>
          <a:xfrm>
            <a:off x="822960" y="1371600"/>
            <a:ext cx="8229600" cy="4023360"/>
          </a:xfrm>
          <a:prstGeom prst="rect">
            <a:avLst/>
          </a:prstGeom>
          <a:noFill/>
          <a:ln/>
        </p:spPr>
        <p:txBody>
          <a:bodyPr wrap="square" lIns="0" tIns="0" rIns="0" bIns="0" rtlCol="0" anchor="ctr"/>
          <a:lstStyle/>
          <a:p>
            <a:pPr indent="0" marL="0">
              <a:lnSpc>
                <a:spcPct val="108000"/>
              </a:lnSpc>
              <a:spcAft>
                <a:spcPts val="600"/>
              </a:spcAft>
              <a:buNone/>
            </a:pPr>
            <a:r>
              <a:rPr lang="en-US" sz="5000" dirty="0">
                <a:solidFill>
                  <a:schemeClr val="bg1"/>
                </a:solidFill>
                <a:latin typeface="Cambria" pitchFamily="34" charset="0"/>
                <a:ea typeface="Cambria" pitchFamily="34" charset="-122"/>
                <a:cs typeface="Cambria" pitchFamily="34" charset="-120"/>
              </a:rPr>
              <a:t>Do not be deceived: God cannot be mocked. A man reaps what he sows.</a:t>
            </a:r>
            <a:endParaRPr lang="en-US" sz="5000" dirty="0"/>
          </a:p>
        </p:txBody>
      </p:sp>
      <p:sp>
        <p:nvSpPr>
          <p:cNvPr id="4"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6"/>
                </a:solidFill>
              </a:rPr>
              <a:t>Galatians 6:7 (NIV)</a:t>
            </a:r>
            <a:endParaRPr lang="en-US" sz="2800" dirty="0"/>
          </a:p>
        </p:txBody>
      </p:sp>
      <p:sp>
        <p:nvSpPr>
          <p:cNvPr id="5" name="Verse icon"/>
          <p:cNvSpPr/>
          <p:nvPr/>
        </p:nvSpPr>
        <p:spPr>
          <a:xfrm>
            <a:off x="9418320" y="2240280"/>
            <a:ext cx="2286000" cy="2286000"/>
          </a:xfrm>
          <a:prstGeom prst="ellipse">
            <a:avLst/>
          </a:prstGeom>
          <a:solidFill>
            <a:schemeClr val="accent1"/>
          </a:solidFill>
          <a:ln/>
        </p:spPr>
      </p:sp>
      <p:pic>
        <p:nvPicPr>
          <p:cNvPr id="6"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50" fill="hold"/>
                                        <p:tgtEl>
                                          <p:spTgt spid="5"/>
                                        </p:tgtEl>
                                        <p:attrNameLst>
                                          <p:attrName>ppt_w</p:attrName>
                                        </p:attrNameLst>
                                      </p:cBhvr>
                                      <p:tavLst>
                                        <p:tav tm="0">
                                          <p:val>
                                            <p:strVal val="0"/>
                                          </p:val>
                                        </p:tav>
                                        <p:tav tm="100000">
                                          <p:val>
                                            <p:strVal val="#ppt_w"/>
                                          </p:val>
                                        </p:tav>
                                      </p:tavLst>
                                    </p:anim>
                                    <p:anim calcmode="lin" valueType="num">
                                      <p:cBhvr additive="base">
                                        <p:cTn id="8" dur="350" fill="hold"/>
                                        <p:tgtEl>
                                          <p:spTgt spid="5"/>
                                        </p:tgtEl>
                                        <p:attrNameLst>
                                          <p:attrName>ppt_h</p:attrName>
                                        </p:attrNameLst>
                                      </p:cBhvr>
                                      <p:tavLst>
                                        <p:tav tm="0">
                                          <p:val>
                                            <p:strVal val="0"/>
                                          </p:val>
                                        </p:tav>
                                        <p:tav tm="100000">
                                          <p:val>
                                            <p:strVal val="#ppt_h"/>
                                          </p:val>
                                        </p:tav>
                                      </p:tavLst>
                                    </p:anim>
                                    <p:animEffect transition="in" filter="fade">
                                      <p:cBhvr>
                                        <p:cTn id="9" dur="35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50" fill="hold"/>
                                        <p:tgtEl>
                                          <p:spTgt spid="6"/>
                                        </p:tgtEl>
                                        <p:attrNameLst>
                                          <p:attrName>ppt_w</p:attrName>
                                        </p:attrNameLst>
                                      </p:cBhvr>
                                      <p:tavLst>
                                        <p:tav tm="0">
                                          <p:val>
                                            <p:strVal val="0"/>
                                          </p:val>
                                        </p:tav>
                                        <p:tav tm="100000">
                                          <p:val>
                                            <p:strVal val="#ppt_w"/>
                                          </p:val>
                                        </p:tav>
                                      </p:tavLst>
                                    </p:anim>
                                    <p:anim calcmode="lin" valueType="num">
                                      <p:cBhvr additive="base">
                                        <p:cTn id="13" dur="350" fill="hold"/>
                                        <p:tgtEl>
                                          <p:spTgt spid="6"/>
                                        </p:tgtEl>
                                        <p:attrNameLst>
                                          <p:attrName>ppt_h</p:attrName>
                                        </p:attrNameLst>
                                      </p:cBhvr>
                                      <p:tavLst>
                                        <p:tav tm="0">
                                          <p:val>
                                            <p:strVal val="0"/>
                                          </p:val>
                                        </p:tav>
                                        <p:tav tm="100000">
                                          <p:val>
                                            <p:strVal val="#ppt_h"/>
                                          </p:val>
                                        </p:tav>
                                      </p:tavLst>
                                    </p:anim>
                                    <p:animEffect transition="in" filter="fade">
                                      <p:cBhvr>
                                        <p:cTn id="14" dur="350"/>
                                        <p:tgtEl>
                                          <p:spTgt spid="6"/>
                                        </p:tgtEl>
                                      </p:cBhvr>
                                    </p:animEffect>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300"/>
                                        <p:tgtEl>
                                          <p:spTgt spid="3"/>
                                        </p:tgtEl>
                                      </p:cBhvr>
                                    </p:animEffect>
                                  </p:childTnLst>
                                </p:cTn>
                              </p:par>
                            </p:childTnLst>
                          </p:cTn>
                        </p:par>
                        <p:par>
                          <p:cTn id="19" fill="hold">
                            <p:stCondLst>
                              <p:cond delay="440"/>
                            </p:stCondLst>
                            <p:childTnLst>
                              <p:par>
                                <p:cTn id="20" presetID="10"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tatement"/>
          <p:cNvSpPr txBox="1"/>
          <p:nvPr/>
        </p:nvSpPr>
        <p:spPr>
          <a:xfrm>
            <a:off x="548640" y="457200"/>
            <a:ext cx="11064240" cy="1737360"/>
          </a:xfrm>
          <a:prstGeom prst="rect">
            <a:avLst/>
          </a:prstGeom>
          <a:noFill/>
          <a:ln/>
        </p:spPr>
        <p:txBody>
          <a:bodyPr wrap="square" lIns="0" tIns="0" rIns="0" bIns="0" rtlCol="0" anchor="ctr"/>
          <a:lstStyle/>
          <a:p>
            <a:pPr algn="ctr" indent="0" marL="0">
              <a:buNone/>
            </a:pPr>
            <a:r>
              <a:rPr lang="en-US" sz="4800" b="1" dirty="0">
                <a:solidFill>
                  <a:schemeClr val="tx2"/>
                </a:solidFill>
                <a:latin typeface="Cambria" pitchFamily="34" charset="0"/>
                <a:ea typeface="Cambria" pitchFamily="34" charset="-122"/>
                <a:cs typeface="Cambria" pitchFamily="34" charset="-120"/>
              </a:rPr>
              <a:t>If we sow positive things we will reap a good harvest</a:t>
            </a:r>
            <a:endParaRPr lang="en-US" sz="4800" dirty="0"/>
          </a:p>
        </p:txBody>
      </p:sp>
      <p:pic>
        <p:nvPicPr>
          <p:cNvPr id="4" name="seed illustration" descr="/tmp/claude-0/-home-user-demohub/4e189e5a-9413-5c63-8621-9705e4931a88/scratchpad/deck/img/seed.png">    </p:cNvPr>
          <p:cNvPicPr>
            <a:picLocks noChangeAspect="1"/>
          </p:cNvPicPr>
          <p:nvPr/>
        </p:nvPicPr>
        <p:blipFill>
          <a:blip r:embed="rId1"/>
          <a:stretch>
            <a:fillRect/>
          </a:stretch>
        </p:blipFill>
        <p:spPr>
          <a:xfrm>
            <a:off x="594360" y="2606040"/>
            <a:ext cx="2926080" cy="2926080"/>
          </a:xfrm>
          <a:prstGeom prst="rect">
            <a:avLst/>
          </a:prstGeom>
        </p:spPr>
      </p:pic>
      <p:pic>
        <p:nvPicPr>
          <p:cNvPr id="5" name="Arrow 0" descr="preencoded.png">    </p:cNvPr>
          <p:cNvPicPr>
            <a:picLocks noChangeAspect="1"/>
          </p:cNvPicPr>
          <p:nvPr/>
        </p:nvPicPr>
        <p:blipFill>
          <a:blip r:embed="rId2"/>
          <a:stretch>
            <a:fillRect/>
          </a:stretch>
        </p:blipFill>
        <p:spPr>
          <a:xfrm>
            <a:off x="3749040" y="3749040"/>
            <a:ext cx="640080" cy="640080"/>
          </a:xfrm>
          <a:prstGeom prst="rect">
            <a:avLst/>
          </a:prstGeom>
        </p:spPr>
      </p:pic>
      <p:pic>
        <p:nvPicPr>
          <p:cNvPr id="6" name="sprout illustration" descr="/tmp/claude-0/-home-user-demohub/4e189e5a-9413-5c63-8621-9705e4931a88/scratchpad/deck/img/sprout.png">    </p:cNvPr>
          <p:cNvPicPr>
            <a:picLocks noChangeAspect="1"/>
          </p:cNvPicPr>
          <p:nvPr/>
        </p:nvPicPr>
        <p:blipFill>
          <a:blip r:embed="rId3"/>
          <a:stretch>
            <a:fillRect/>
          </a:stretch>
        </p:blipFill>
        <p:spPr>
          <a:xfrm>
            <a:off x="4636008" y="2606040"/>
            <a:ext cx="2926080" cy="2926080"/>
          </a:xfrm>
          <a:prstGeom prst="rect">
            <a:avLst/>
          </a:prstGeom>
        </p:spPr>
      </p:pic>
      <p:pic>
        <p:nvPicPr>
          <p:cNvPr id="7" name="Arrow 1" descr="preencoded.png">    </p:cNvPr>
          <p:cNvPicPr>
            <a:picLocks noChangeAspect="1"/>
          </p:cNvPicPr>
          <p:nvPr/>
        </p:nvPicPr>
        <p:blipFill>
          <a:blip r:embed="rId4"/>
          <a:stretch>
            <a:fillRect/>
          </a:stretch>
        </p:blipFill>
        <p:spPr>
          <a:xfrm>
            <a:off x="7790688" y="3749040"/>
            <a:ext cx="640080" cy="640080"/>
          </a:xfrm>
          <a:prstGeom prst="rect">
            <a:avLst/>
          </a:prstGeom>
        </p:spPr>
      </p:pic>
      <p:pic>
        <p:nvPicPr>
          <p:cNvPr id="8" name="wheat illustration" descr="/tmp/claude-0/-home-user-demohub/4e189e5a-9413-5c63-8621-9705e4931a88/scratchpad/deck/img/wheat.png">    </p:cNvPr>
          <p:cNvPicPr>
            <a:picLocks noChangeAspect="1"/>
          </p:cNvPicPr>
          <p:nvPr/>
        </p:nvPicPr>
        <p:blipFill>
          <a:blip r:embed="rId5"/>
          <a:stretch>
            <a:fillRect/>
          </a:stretch>
        </p:blipFill>
        <p:spPr>
          <a:xfrm>
            <a:off x="8677656" y="2606040"/>
            <a:ext cx="2926080" cy="2926080"/>
          </a:xfrm>
          <a:prstGeom prst="rect">
            <a:avLst/>
          </a:prstGeom>
        </p:spPr>
      </p:pic>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4</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par>
                          <p:cTn id="8" fill="hold">
                            <p:stCondLst>
                              <p:cond delay="220"/>
                            </p:stCondLst>
                            <p:childTnLst>
                              <p:par>
                                <p:cTn id="9" presetID="53" presetClass="entr" presetSubtype="1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50" fill="hold"/>
                                        <p:tgtEl>
                                          <p:spTgt spid="4"/>
                                        </p:tgtEl>
                                        <p:attrNameLst>
                                          <p:attrName>ppt_w</p:attrName>
                                        </p:attrNameLst>
                                      </p:cBhvr>
                                      <p:tavLst>
                                        <p:tav tm="0">
                                          <p:val>
                                            <p:strVal val="0"/>
                                          </p:val>
                                        </p:tav>
                                        <p:tav tm="100000">
                                          <p:val>
                                            <p:strVal val="#ppt_w"/>
                                          </p:val>
                                        </p:tav>
                                      </p:tavLst>
                                    </p:anim>
                                    <p:anim calcmode="lin" valueType="num">
                                      <p:cBhvr additive="base">
                                        <p:cTn id="12" dur="350" fill="hold"/>
                                        <p:tgtEl>
                                          <p:spTgt spid="4"/>
                                        </p:tgtEl>
                                        <p:attrNameLst>
                                          <p:attrName>ppt_h</p:attrName>
                                        </p:attrNameLst>
                                      </p:cBhvr>
                                      <p:tavLst>
                                        <p:tav tm="0">
                                          <p:val>
                                            <p:strVal val="0"/>
                                          </p:val>
                                        </p:tav>
                                        <p:tav tm="100000">
                                          <p:val>
                                            <p:strVal val="#ppt_h"/>
                                          </p:val>
                                        </p:tav>
                                      </p:tavLst>
                                    </p:anim>
                                    <p:animEffect transition="in" filter="fade">
                                      <p:cBhvr>
                                        <p:cTn id="13" dur="350"/>
                                        <p:tgtEl>
                                          <p:spTgt spid="4"/>
                                        </p:tgtEl>
                                      </p:cBhvr>
                                    </p:animEffect>
                                  </p:childTnLst>
                                </p:cTn>
                              </p:par>
                            </p:childTnLst>
                          </p:cTn>
                        </p:par>
                        <p:par>
                          <p:cTn id="14" fill="hold">
                            <p:stCondLst>
                              <p:cond delay="44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300"/>
                                        <p:tgtEl>
                                          <p:spTgt spid="5"/>
                                        </p:tgtEl>
                                      </p:cBhvr>
                                    </p:animEffect>
                                  </p:childTnLst>
                                </p:cTn>
                              </p:par>
                            </p:childTnLst>
                          </p:cTn>
                        </p:par>
                        <p:par>
                          <p:cTn id="18" fill="hold">
                            <p:stCondLst>
                              <p:cond delay="660"/>
                            </p:stCondLst>
                            <p:childTnLst>
                              <p:par>
                                <p:cTn id="19" presetID="53" presetClass="entr" presetSubtype="16"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350" fill="hold"/>
                                        <p:tgtEl>
                                          <p:spTgt spid="6"/>
                                        </p:tgtEl>
                                        <p:attrNameLst>
                                          <p:attrName>ppt_w</p:attrName>
                                        </p:attrNameLst>
                                      </p:cBhvr>
                                      <p:tavLst>
                                        <p:tav tm="0">
                                          <p:val>
                                            <p:strVal val="0"/>
                                          </p:val>
                                        </p:tav>
                                        <p:tav tm="100000">
                                          <p:val>
                                            <p:strVal val="#ppt_w"/>
                                          </p:val>
                                        </p:tav>
                                      </p:tavLst>
                                    </p:anim>
                                    <p:anim calcmode="lin" valueType="num">
                                      <p:cBhvr additive="base">
                                        <p:cTn id="22" dur="350" fill="hold"/>
                                        <p:tgtEl>
                                          <p:spTgt spid="6"/>
                                        </p:tgtEl>
                                        <p:attrNameLst>
                                          <p:attrName>ppt_h</p:attrName>
                                        </p:attrNameLst>
                                      </p:cBhvr>
                                      <p:tavLst>
                                        <p:tav tm="0">
                                          <p:val>
                                            <p:strVal val="0"/>
                                          </p:val>
                                        </p:tav>
                                        <p:tav tm="100000">
                                          <p:val>
                                            <p:strVal val="#ppt_h"/>
                                          </p:val>
                                        </p:tav>
                                      </p:tavLst>
                                    </p:anim>
                                    <p:animEffect transition="in" filter="fade">
                                      <p:cBhvr>
                                        <p:cTn id="23" dur="350"/>
                                        <p:tgtEl>
                                          <p:spTgt spid="6"/>
                                        </p:tgtEl>
                                      </p:cBhvr>
                                    </p:animEffect>
                                  </p:childTnLst>
                                </p:cTn>
                              </p:par>
                            </p:childTnLst>
                          </p:cTn>
                        </p:par>
                        <p:par>
                          <p:cTn id="24" fill="hold">
                            <p:stCondLst>
                              <p:cond delay="88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300"/>
                                        <p:tgtEl>
                                          <p:spTgt spid="7"/>
                                        </p:tgtEl>
                                      </p:cBhvr>
                                    </p:animEffect>
                                  </p:childTnLst>
                                </p:cTn>
                              </p:par>
                            </p:childTnLst>
                          </p:cTn>
                        </p:par>
                        <p:par>
                          <p:cTn id="28" fill="hold">
                            <p:stCondLst>
                              <p:cond delay="1100"/>
                            </p:stCondLst>
                            <p:childTnLst>
                              <p:par>
                                <p:cTn id="29" presetID="53" presetClass="entr" presetSubtype="16"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350" fill="hold"/>
                                        <p:tgtEl>
                                          <p:spTgt spid="8"/>
                                        </p:tgtEl>
                                        <p:attrNameLst>
                                          <p:attrName>ppt_w</p:attrName>
                                        </p:attrNameLst>
                                      </p:cBhvr>
                                      <p:tavLst>
                                        <p:tav tm="0">
                                          <p:val>
                                            <p:strVal val="0"/>
                                          </p:val>
                                        </p:tav>
                                        <p:tav tm="100000">
                                          <p:val>
                                            <p:strVal val="#ppt_w"/>
                                          </p:val>
                                        </p:tav>
                                      </p:tavLst>
                                    </p:anim>
                                    <p:anim calcmode="lin" valueType="num">
                                      <p:cBhvr additive="base">
                                        <p:cTn id="32" dur="350" fill="hold"/>
                                        <p:tgtEl>
                                          <p:spTgt spid="8"/>
                                        </p:tgtEl>
                                        <p:attrNameLst>
                                          <p:attrName>ppt_h</p:attrName>
                                        </p:attrNameLst>
                                      </p:cBhvr>
                                      <p:tavLst>
                                        <p:tav tm="0">
                                          <p:val>
                                            <p:strVal val="0"/>
                                          </p:val>
                                        </p:tav>
                                        <p:tav tm="100000">
                                          <p:val>
                                            <p:strVal val="#ppt_h"/>
                                          </p:val>
                                        </p:tav>
                                      </p:tavLst>
                                    </p:anim>
                                    <p:animEffect transition="in" filter="fade">
                                      <p:cBhvr>
                                        <p:cTn id="33"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tatement"/>
          <p:cNvSpPr txBox="1"/>
          <p:nvPr/>
        </p:nvSpPr>
        <p:spPr>
          <a:xfrm>
            <a:off x="548640" y="640080"/>
            <a:ext cx="11064240" cy="1463040"/>
          </a:xfrm>
          <a:prstGeom prst="rect">
            <a:avLst/>
          </a:prstGeom>
          <a:noFill/>
          <a:ln/>
        </p:spPr>
        <p:txBody>
          <a:bodyPr wrap="square" lIns="0" tIns="0" rIns="0" bIns="0" rtlCol="0" anchor="ctr"/>
          <a:lstStyle/>
          <a:p>
            <a:pPr algn="ctr" indent="0" marL="0">
              <a:buNone/>
            </a:pPr>
            <a:r>
              <a:rPr lang="en-US" sz="5400" b="1" dirty="0">
                <a:solidFill>
                  <a:schemeClr val="tx2"/>
                </a:solidFill>
                <a:latin typeface="Cambria" pitchFamily="34" charset="0"/>
                <a:ea typeface="Cambria" pitchFamily="34" charset="-122"/>
                <a:cs typeface="Cambria" pitchFamily="34" charset="-120"/>
              </a:rPr>
              <a:t>Here are 5 things we can start to sow:</a:t>
            </a:r>
            <a:endParaRPr lang="en-US" sz="5400" dirty="0"/>
          </a:p>
        </p:txBody>
      </p:sp>
      <p:sp>
        <p:nvSpPr>
          <p:cNvPr id="4" name="Seed icon 1"/>
          <p:cNvSpPr/>
          <p:nvPr/>
        </p:nvSpPr>
        <p:spPr>
          <a:xfrm>
            <a:off x="868680" y="2834640"/>
            <a:ext cx="1737360" cy="1737360"/>
          </a:xfrm>
          <a:prstGeom prst="ellipse">
            <a:avLst/>
          </a:prstGeom>
          <a:solidFill>
            <a:schemeClr val="accent1"/>
          </a:solidFill>
          <a:ln/>
        </p:spPr>
      </p:sp>
      <p:pic>
        <p:nvPicPr>
          <p:cNvPr id="5" name="Seed icon 1 glyph" descr="preencoded.png">    </p:cNvPr>
          <p:cNvPicPr>
            <a:picLocks noChangeAspect="1"/>
          </p:cNvPicPr>
          <p:nvPr/>
        </p:nvPicPr>
        <p:blipFill>
          <a:blip r:embed="rId1"/>
          <a:stretch>
            <a:fillRect/>
          </a:stretch>
        </p:blipFill>
        <p:spPr>
          <a:xfrm>
            <a:off x="1285646" y="3251606"/>
            <a:ext cx="903427" cy="903427"/>
          </a:xfrm>
          <a:prstGeom prst="rect">
            <a:avLst/>
          </a:prstGeom>
        </p:spPr>
      </p:pic>
      <p:sp>
        <p:nvSpPr>
          <p:cNvPr id="6" name="Seed number 1"/>
          <p:cNvSpPr txBox="1"/>
          <p:nvPr/>
        </p:nvSpPr>
        <p:spPr>
          <a:xfrm>
            <a:off x="86868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a:t>
            </a:r>
            <a:endParaRPr lang="en-US" sz="4400" dirty="0"/>
          </a:p>
        </p:txBody>
      </p:sp>
      <p:sp>
        <p:nvSpPr>
          <p:cNvPr id="7" name="Seed icon 2"/>
          <p:cNvSpPr/>
          <p:nvPr/>
        </p:nvSpPr>
        <p:spPr>
          <a:xfrm>
            <a:off x="3063240" y="2834640"/>
            <a:ext cx="1737360" cy="1737360"/>
          </a:xfrm>
          <a:prstGeom prst="ellipse">
            <a:avLst/>
          </a:prstGeom>
          <a:solidFill>
            <a:schemeClr val="accent2"/>
          </a:solidFill>
          <a:ln/>
        </p:spPr>
      </p:sp>
      <p:pic>
        <p:nvPicPr>
          <p:cNvPr id="8" name="Seed icon 2 glyph" descr="preencoded.png">    </p:cNvPr>
          <p:cNvPicPr>
            <a:picLocks noChangeAspect="1"/>
          </p:cNvPicPr>
          <p:nvPr/>
        </p:nvPicPr>
        <p:blipFill>
          <a:blip r:embed="rId2"/>
          <a:stretch>
            <a:fillRect/>
          </a:stretch>
        </p:blipFill>
        <p:spPr>
          <a:xfrm>
            <a:off x="3480206" y="3251606"/>
            <a:ext cx="903427" cy="903427"/>
          </a:xfrm>
          <a:prstGeom prst="rect">
            <a:avLst/>
          </a:prstGeom>
        </p:spPr>
      </p:pic>
      <p:sp>
        <p:nvSpPr>
          <p:cNvPr id="9" name="Seed number 2"/>
          <p:cNvSpPr txBox="1"/>
          <p:nvPr/>
        </p:nvSpPr>
        <p:spPr>
          <a:xfrm>
            <a:off x="306324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2"/>
                </a:solidFill>
                <a:latin typeface="Cambria" pitchFamily="34" charset="0"/>
                <a:ea typeface="Cambria" pitchFamily="34" charset="-122"/>
                <a:cs typeface="Cambria" pitchFamily="34" charset="-120"/>
              </a:rPr>
              <a:t>2</a:t>
            </a:r>
            <a:endParaRPr lang="en-US" sz="4400" dirty="0"/>
          </a:p>
        </p:txBody>
      </p:sp>
      <p:sp>
        <p:nvSpPr>
          <p:cNvPr id="10" name="Seed icon 3"/>
          <p:cNvSpPr/>
          <p:nvPr/>
        </p:nvSpPr>
        <p:spPr>
          <a:xfrm>
            <a:off x="5257800" y="2834640"/>
            <a:ext cx="1737360" cy="1737360"/>
          </a:xfrm>
          <a:prstGeom prst="ellipse">
            <a:avLst/>
          </a:prstGeom>
          <a:solidFill>
            <a:schemeClr val="accent3"/>
          </a:solidFill>
          <a:ln/>
        </p:spPr>
      </p:sp>
      <p:pic>
        <p:nvPicPr>
          <p:cNvPr id="11" name="Seed icon 3 glyph" descr="preencoded.png">    </p:cNvPr>
          <p:cNvPicPr>
            <a:picLocks noChangeAspect="1"/>
          </p:cNvPicPr>
          <p:nvPr/>
        </p:nvPicPr>
        <p:blipFill>
          <a:blip r:embed="rId3"/>
          <a:stretch>
            <a:fillRect/>
          </a:stretch>
        </p:blipFill>
        <p:spPr>
          <a:xfrm>
            <a:off x="5674766" y="3251606"/>
            <a:ext cx="903427" cy="903427"/>
          </a:xfrm>
          <a:prstGeom prst="rect">
            <a:avLst/>
          </a:prstGeom>
        </p:spPr>
      </p:pic>
      <p:sp>
        <p:nvSpPr>
          <p:cNvPr id="12" name="Seed number 3"/>
          <p:cNvSpPr txBox="1"/>
          <p:nvPr/>
        </p:nvSpPr>
        <p:spPr>
          <a:xfrm>
            <a:off x="525780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3"/>
                </a:solidFill>
                <a:latin typeface="Cambria" pitchFamily="34" charset="0"/>
                <a:ea typeface="Cambria" pitchFamily="34" charset="-122"/>
                <a:cs typeface="Cambria" pitchFamily="34" charset="-120"/>
              </a:rPr>
              <a:t>3</a:t>
            </a:r>
            <a:endParaRPr lang="en-US" sz="4400" dirty="0"/>
          </a:p>
        </p:txBody>
      </p:sp>
      <p:sp>
        <p:nvSpPr>
          <p:cNvPr id="13" name="Seed icon 4"/>
          <p:cNvSpPr/>
          <p:nvPr/>
        </p:nvSpPr>
        <p:spPr>
          <a:xfrm>
            <a:off x="7452360" y="2834640"/>
            <a:ext cx="1737360" cy="1737360"/>
          </a:xfrm>
          <a:prstGeom prst="ellipse">
            <a:avLst/>
          </a:prstGeom>
          <a:solidFill>
            <a:schemeClr val="accent4"/>
          </a:solidFill>
          <a:ln/>
        </p:spPr>
      </p:sp>
      <p:pic>
        <p:nvPicPr>
          <p:cNvPr id="14" name="Seed icon 4 glyph" descr="preencoded.png">    </p:cNvPr>
          <p:cNvPicPr>
            <a:picLocks noChangeAspect="1"/>
          </p:cNvPicPr>
          <p:nvPr/>
        </p:nvPicPr>
        <p:blipFill>
          <a:blip r:embed="rId4"/>
          <a:stretch>
            <a:fillRect/>
          </a:stretch>
        </p:blipFill>
        <p:spPr>
          <a:xfrm>
            <a:off x="7869326" y="3251606"/>
            <a:ext cx="903427" cy="903427"/>
          </a:xfrm>
          <a:prstGeom prst="rect">
            <a:avLst/>
          </a:prstGeom>
        </p:spPr>
      </p:pic>
      <p:sp>
        <p:nvSpPr>
          <p:cNvPr id="15" name="Seed number 4"/>
          <p:cNvSpPr txBox="1"/>
          <p:nvPr/>
        </p:nvSpPr>
        <p:spPr>
          <a:xfrm>
            <a:off x="745236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4"/>
                </a:solidFill>
                <a:latin typeface="Cambria" pitchFamily="34" charset="0"/>
                <a:ea typeface="Cambria" pitchFamily="34" charset="-122"/>
                <a:cs typeface="Cambria" pitchFamily="34" charset="-120"/>
              </a:rPr>
              <a:t>4</a:t>
            </a:r>
            <a:endParaRPr lang="en-US" sz="4400" dirty="0"/>
          </a:p>
        </p:txBody>
      </p:sp>
      <p:sp>
        <p:nvSpPr>
          <p:cNvPr id="16" name="Seed icon 5"/>
          <p:cNvSpPr/>
          <p:nvPr/>
        </p:nvSpPr>
        <p:spPr>
          <a:xfrm>
            <a:off x="9646920" y="2834640"/>
            <a:ext cx="1737360" cy="1737360"/>
          </a:xfrm>
          <a:prstGeom prst="ellipse">
            <a:avLst/>
          </a:prstGeom>
          <a:solidFill>
            <a:schemeClr val="accent5"/>
          </a:solidFill>
          <a:ln/>
        </p:spPr>
      </p:sp>
      <p:pic>
        <p:nvPicPr>
          <p:cNvPr id="17" name="Seed icon 5 glyph" descr="preencoded.png">    </p:cNvPr>
          <p:cNvPicPr>
            <a:picLocks noChangeAspect="1"/>
          </p:cNvPicPr>
          <p:nvPr/>
        </p:nvPicPr>
        <p:blipFill>
          <a:blip r:embed="rId5"/>
          <a:stretch>
            <a:fillRect/>
          </a:stretch>
        </p:blipFill>
        <p:spPr>
          <a:xfrm>
            <a:off x="10063886" y="3251606"/>
            <a:ext cx="903427" cy="903427"/>
          </a:xfrm>
          <a:prstGeom prst="rect">
            <a:avLst/>
          </a:prstGeom>
        </p:spPr>
      </p:pic>
      <p:sp>
        <p:nvSpPr>
          <p:cNvPr id="18" name="Seed number 5"/>
          <p:cNvSpPr txBox="1"/>
          <p:nvPr/>
        </p:nvSpPr>
        <p:spPr>
          <a:xfrm>
            <a:off x="964692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5"/>
                </a:solidFill>
                <a:latin typeface="Cambria" pitchFamily="34" charset="0"/>
                <a:ea typeface="Cambria" pitchFamily="34" charset="-122"/>
                <a:cs typeface="Cambria" pitchFamily="34" charset="-120"/>
              </a:rPr>
              <a:t>5</a:t>
            </a:r>
            <a:endParaRPr lang="en-US" sz="44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5</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par>
                          <p:cTn id="8" fill="hold">
                            <p:stCondLst>
                              <p:cond delay="220"/>
                            </p:stCondLst>
                            <p:childTnLst>
                              <p:par>
                                <p:cTn id="9" presetID="53" presetClass="entr" presetSubtype="1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50" fill="hold"/>
                                        <p:tgtEl>
                                          <p:spTgt spid="4"/>
                                        </p:tgtEl>
                                        <p:attrNameLst>
                                          <p:attrName>ppt_w</p:attrName>
                                        </p:attrNameLst>
                                      </p:cBhvr>
                                      <p:tavLst>
                                        <p:tav tm="0">
                                          <p:val>
                                            <p:strVal val="0"/>
                                          </p:val>
                                        </p:tav>
                                        <p:tav tm="100000">
                                          <p:val>
                                            <p:strVal val="#ppt_w"/>
                                          </p:val>
                                        </p:tav>
                                      </p:tavLst>
                                    </p:anim>
                                    <p:anim calcmode="lin" valueType="num">
                                      <p:cBhvr additive="base">
                                        <p:cTn id="12" dur="350" fill="hold"/>
                                        <p:tgtEl>
                                          <p:spTgt spid="4"/>
                                        </p:tgtEl>
                                        <p:attrNameLst>
                                          <p:attrName>ppt_h</p:attrName>
                                        </p:attrNameLst>
                                      </p:cBhvr>
                                      <p:tavLst>
                                        <p:tav tm="0">
                                          <p:val>
                                            <p:strVal val="0"/>
                                          </p:val>
                                        </p:tav>
                                        <p:tav tm="100000">
                                          <p:val>
                                            <p:strVal val="#ppt_h"/>
                                          </p:val>
                                        </p:tav>
                                      </p:tavLst>
                                    </p:anim>
                                    <p:animEffect transition="in" filter="fade">
                                      <p:cBhvr>
                                        <p:cTn id="13" dur="350"/>
                                        <p:tgtEl>
                                          <p:spTgt spid="4"/>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350" fill="hold"/>
                                        <p:tgtEl>
                                          <p:spTgt spid="5"/>
                                        </p:tgtEl>
                                        <p:attrNameLst>
                                          <p:attrName>ppt_w</p:attrName>
                                        </p:attrNameLst>
                                      </p:cBhvr>
                                      <p:tavLst>
                                        <p:tav tm="0">
                                          <p:val>
                                            <p:strVal val="0"/>
                                          </p:val>
                                        </p:tav>
                                        <p:tav tm="100000">
                                          <p:val>
                                            <p:strVal val="#ppt_w"/>
                                          </p:val>
                                        </p:tav>
                                      </p:tavLst>
                                    </p:anim>
                                    <p:anim calcmode="lin" valueType="num">
                                      <p:cBhvr additive="base">
                                        <p:cTn id="17" dur="350" fill="hold"/>
                                        <p:tgtEl>
                                          <p:spTgt spid="5"/>
                                        </p:tgtEl>
                                        <p:attrNameLst>
                                          <p:attrName>ppt_h</p:attrName>
                                        </p:attrNameLst>
                                      </p:cBhvr>
                                      <p:tavLst>
                                        <p:tav tm="0">
                                          <p:val>
                                            <p:strVal val="0"/>
                                          </p:val>
                                        </p:tav>
                                        <p:tav tm="100000">
                                          <p:val>
                                            <p:strVal val="#ppt_h"/>
                                          </p:val>
                                        </p:tav>
                                      </p:tavLst>
                                    </p:anim>
                                    <p:animEffect transition="in" filter="fade">
                                      <p:cBhvr>
                                        <p:cTn id="18" dur="350"/>
                                        <p:tgtEl>
                                          <p:spTgt spid="5"/>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350" fill="hold"/>
                                        <p:tgtEl>
                                          <p:spTgt spid="6"/>
                                        </p:tgtEl>
                                        <p:attrNameLst>
                                          <p:attrName>ppt_w</p:attrName>
                                        </p:attrNameLst>
                                      </p:cBhvr>
                                      <p:tavLst>
                                        <p:tav tm="0">
                                          <p:val>
                                            <p:strVal val="0"/>
                                          </p:val>
                                        </p:tav>
                                        <p:tav tm="100000">
                                          <p:val>
                                            <p:strVal val="#ppt_w"/>
                                          </p:val>
                                        </p:tav>
                                      </p:tavLst>
                                    </p:anim>
                                    <p:anim calcmode="lin" valueType="num">
                                      <p:cBhvr additive="base">
                                        <p:cTn id="22" dur="350" fill="hold"/>
                                        <p:tgtEl>
                                          <p:spTgt spid="6"/>
                                        </p:tgtEl>
                                        <p:attrNameLst>
                                          <p:attrName>ppt_h</p:attrName>
                                        </p:attrNameLst>
                                      </p:cBhvr>
                                      <p:tavLst>
                                        <p:tav tm="0">
                                          <p:val>
                                            <p:strVal val="0"/>
                                          </p:val>
                                        </p:tav>
                                        <p:tav tm="100000">
                                          <p:val>
                                            <p:strVal val="#ppt_h"/>
                                          </p:val>
                                        </p:tav>
                                      </p:tavLst>
                                    </p:anim>
                                    <p:animEffect transition="in" filter="fade">
                                      <p:cBhvr>
                                        <p:cTn id="23" dur="350"/>
                                        <p:tgtEl>
                                          <p:spTgt spid="6"/>
                                        </p:tgtEl>
                                      </p:cBhvr>
                                    </p:animEffect>
                                  </p:childTnLst>
                                </p:cTn>
                              </p:par>
                            </p:childTnLst>
                          </p:cTn>
                        </p:par>
                        <p:par>
                          <p:cTn id="24" fill="hold">
                            <p:stCondLst>
                              <p:cond delay="440"/>
                            </p:stCondLst>
                            <p:childTnLst>
                              <p:par>
                                <p:cTn id="25" presetID="53" presetClass="entr" presetSubtype="16"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350" fill="hold"/>
                                        <p:tgtEl>
                                          <p:spTgt spid="7"/>
                                        </p:tgtEl>
                                        <p:attrNameLst>
                                          <p:attrName>ppt_w</p:attrName>
                                        </p:attrNameLst>
                                      </p:cBhvr>
                                      <p:tavLst>
                                        <p:tav tm="0">
                                          <p:val>
                                            <p:strVal val="0"/>
                                          </p:val>
                                        </p:tav>
                                        <p:tav tm="100000">
                                          <p:val>
                                            <p:strVal val="#ppt_w"/>
                                          </p:val>
                                        </p:tav>
                                      </p:tavLst>
                                    </p:anim>
                                    <p:anim calcmode="lin" valueType="num">
                                      <p:cBhvr additive="base">
                                        <p:cTn id="28" dur="350" fill="hold"/>
                                        <p:tgtEl>
                                          <p:spTgt spid="7"/>
                                        </p:tgtEl>
                                        <p:attrNameLst>
                                          <p:attrName>ppt_h</p:attrName>
                                        </p:attrNameLst>
                                      </p:cBhvr>
                                      <p:tavLst>
                                        <p:tav tm="0">
                                          <p:val>
                                            <p:strVal val="0"/>
                                          </p:val>
                                        </p:tav>
                                        <p:tav tm="100000">
                                          <p:val>
                                            <p:strVal val="#ppt_h"/>
                                          </p:val>
                                        </p:tav>
                                      </p:tavLst>
                                    </p:anim>
                                    <p:animEffect transition="in" filter="fade">
                                      <p:cBhvr>
                                        <p:cTn id="29" dur="35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350" fill="hold"/>
                                        <p:tgtEl>
                                          <p:spTgt spid="8"/>
                                        </p:tgtEl>
                                        <p:attrNameLst>
                                          <p:attrName>ppt_w</p:attrName>
                                        </p:attrNameLst>
                                      </p:cBhvr>
                                      <p:tavLst>
                                        <p:tav tm="0">
                                          <p:val>
                                            <p:strVal val="0"/>
                                          </p:val>
                                        </p:tav>
                                        <p:tav tm="100000">
                                          <p:val>
                                            <p:strVal val="#ppt_w"/>
                                          </p:val>
                                        </p:tav>
                                      </p:tavLst>
                                    </p:anim>
                                    <p:anim calcmode="lin" valueType="num">
                                      <p:cBhvr additive="base">
                                        <p:cTn id="33" dur="350" fill="hold"/>
                                        <p:tgtEl>
                                          <p:spTgt spid="8"/>
                                        </p:tgtEl>
                                        <p:attrNameLst>
                                          <p:attrName>ppt_h</p:attrName>
                                        </p:attrNameLst>
                                      </p:cBhvr>
                                      <p:tavLst>
                                        <p:tav tm="0">
                                          <p:val>
                                            <p:strVal val="0"/>
                                          </p:val>
                                        </p:tav>
                                        <p:tav tm="100000">
                                          <p:val>
                                            <p:strVal val="#ppt_h"/>
                                          </p:val>
                                        </p:tav>
                                      </p:tavLst>
                                    </p:anim>
                                    <p:animEffect transition="in" filter="fade">
                                      <p:cBhvr>
                                        <p:cTn id="34" dur="35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350" fill="hold"/>
                                        <p:tgtEl>
                                          <p:spTgt spid="9"/>
                                        </p:tgtEl>
                                        <p:attrNameLst>
                                          <p:attrName>ppt_w</p:attrName>
                                        </p:attrNameLst>
                                      </p:cBhvr>
                                      <p:tavLst>
                                        <p:tav tm="0">
                                          <p:val>
                                            <p:strVal val="0"/>
                                          </p:val>
                                        </p:tav>
                                        <p:tav tm="100000">
                                          <p:val>
                                            <p:strVal val="#ppt_w"/>
                                          </p:val>
                                        </p:tav>
                                      </p:tavLst>
                                    </p:anim>
                                    <p:anim calcmode="lin" valueType="num">
                                      <p:cBhvr additive="base">
                                        <p:cTn id="38" dur="350" fill="hold"/>
                                        <p:tgtEl>
                                          <p:spTgt spid="9"/>
                                        </p:tgtEl>
                                        <p:attrNameLst>
                                          <p:attrName>ppt_h</p:attrName>
                                        </p:attrNameLst>
                                      </p:cBhvr>
                                      <p:tavLst>
                                        <p:tav tm="0">
                                          <p:val>
                                            <p:strVal val="0"/>
                                          </p:val>
                                        </p:tav>
                                        <p:tav tm="100000">
                                          <p:val>
                                            <p:strVal val="#ppt_h"/>
                                          </p:val>
                                        </p:tav>
                                      </p:tavLst>
                                    </p:anim>
                                    <p:animEffect transition="in" filter="fade">
                                      <p:cBhvr>
                                        <p:cTn id="39" dur="350"/>
                                        <p:tgtEl>
                                          <p:spTgt spid="9"/>
                                        </p:tgtEl>
                                      </p:cBhvr>
                                    </p:animEffect>
                                  </p:childTnLst>
                                </p:cTn>
                              </p:par>
                            </p:childTnLst>
                          </p:cTn>
                        </p:par>
                        <p:par>
                          <p:cTn id="40" fill="hold">
                            <p:stCondLst>
                              <p:cond delay="660"/>
                            </p:stCondLst>
                            <p:childTnLst>
                              <p:par>
                                <p:cTn id="41" presetID="53" presetClass="entr" presetSubtype="16"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350" fill="hold"/>
                                        <p:tgtEl>
                                          <p:spTgt spid="10"/>
                                        </p:tgtEl>
                                        <p:attrNameLst>
                                          <p:attrName>ppt_w</p:attrName>
                                        </p:attrNameLst>
                                      </p:cBhvr>
                                      <p:tavLst>
                                        <p:tav tm="0">
                                          <p:val>
                                            <p:strVal val="0"/>
                                          </p:val>
                                        </p:tav>
                                        <p:tav tm="100000">
                                          <p:val>
                                            <p:strVal val="#ppt_w"/>
                                          </p:val>
                                        </p:tav>
                                      </p:tavLst>
                                    </p:anim>
                                    <p:anim calcmode="lin" valueType="num">
                                      <p:cBhvr additive="base">
                                        <p:cTn id="44" dur="350" fill="hold"/>
                                        <p:tgtEl>
                                          <p:spTgt spid="10"/>
                                        </p:tgtEl>
                                        <p:attrNameLst>
                                          <p:attrName>ppt_h</p:attrName>
                                        </p:attrNameLst>
                                      </p:cBhvr>
                                      <p:tavLst>
                                        <p:tav tm="0">
                                          <p:val>
                                            <p:strVal val="0"/>
                                          </p:val>
                                        </p:tav>
                                        <p:tav tm="100000">
                                          <p:val>
                                            <p:strVal val="#ppt_h"/>
                                          </p:val>
                                        </p:tav>
                                      </p:tavLst>
                                    </p:anim>
                                    <p:animEffect transition="in" filter="fade">
                                      <p:cBhvr>
                                        <p:cTn id="45" dur="350"/>
                                        <p:tgtEl>
                                          <p:spTgt spid="10"/>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350" fill="hold"/>
                                        <p:tgtEl>
                                          <p:spTgt spid="11"/>
                                        </p:tgtEl>
                                        <p:attrNameLst>
                                          <p:attrName>ppt_w</p:attrName>
                                        </p:attrNameLst>
                                      </p:cBhvr>
                                      <p:tavLst>
                                        <p:tav tm="0">
                                          <p:val>
                                            <p:strVal val="0"/>
                                          </p:val>
                                        </p:tav>
                                        <p:tav tm="100000">
                                          <p:val>
                                            <p:strVal val="#ppt_w"/>
                                          </p:val>
                                        </p:tav>
                                      </p:tavLst>
                                    </p:anim>
                                    <p:anim calcmode="lin" valueType="num">
                                      <p:cBhvr additive="base">
                                        <p:cTn id="49" dur="350" fill="hold"/>
                                        <p:tgtEl>
                                          <p:spTgt spid="11"/>
                                        </p:tgtEl>
                                        <p:attrNameLst>
                                          <p:attrName>ppt_h</p:attrName>
                                        </p:attrNameLst>
                                      </p:cBhvr>
                                      <p:tavLst>
                                        <p:tav tm="0">
                                          <p:val>
                                            <p:strVal val="0"/>
                                          </p:val>
                                        </p:tav>
                                        <p:tav tm="100000">
                                          <p:val>
                                            <p:strVal val="#ppt_h"/>
                                          </p:val>
                                        </p:tav>
                                      </p:tavLst>
                                    </p:anim>
                                    <p:animEffect transition="in" filter="fade">
                                      <p:cBhvr>
                                        <p:cTn id="50" dur="350"/>
                                        <p:tgtEl>
                                          <p:spTgt spid="11"/>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additive="base">
                                        <p:cTn id="53" dur="350" fill="hold"/>
                                        <p:tgtEl>
                                          <p:spTgt spid="12"/>
                                        </p:tgtEl>
                                        <p:attrNameLst>
                                          <p:attrName>ppt_w</p:attrName>
                                        </p:attrNameLst>
                                      </p:cBhvr>
                                      <p:tavLst>
                                        <p:tav tm="0">
                                          <p:val>
                                            <p:strVal val="0"/>
                                          </p:val>
                                        </p:tav>
                                        <p:tav tm="100000">
                                          <p:val>
                                            <p:strVal val="#ppt_w"/>
                                          </p:val>
                                        </p:tav>
                                      </p:tavLst>
                                    </p:anim>
                                    <p:anim calcmode="lin" valueType="num">
                                      <p:cBhvr additive="base">
                                        <p:cTn id="54" dur="350" fill="hold"/>
                                        <p:tgtEl>
                                          <p:spTgt spid="12"/>
                                        </p:tgtEl>
                                        <p:attrNameLst>
                                          <p:attrName>ppt_h</p:attrName>
                                        </p:attrNameLst>
                                      </p:cBhvr>
                                      <p:tavLst>
                                        <p:tav tm="0">
                                          <p:val>
                                            <p:strVal val="0"/>
                                          </p:val>
                                        </p:tav>
                                        <p:tav tm="100000">
                                          <p:val>
                                            <p:strVal val="#ppt_h"/>
                                          </p:val>
                                        </p:tav>
                                      </p:tavLst>
                                    </p:anim>
                                    <p:animEffect transition="in" filter="fade">
                                      <p:cBhvr>
                                        <p:cTn id="55" dur="350"/>
                                        <p:tgtEl>
                                          <p:spTgt spid="12"/>
                                        </p:tgtEl>
                                      </p:cBhvr>
                                    </p:animEffect>
                                  </p:childTnLst>
                                </p:cTn>
                              </p:par>
                            </p:childTnLst>
                          </p:cTn>
                        </p:par>
                        <p:par>
                          <p:cTn id="56" fill="hold">
                            <p:stCondLst>
                              <p:cond delay="880"/>
                            </p:stCondLst>
                            <p:childTnLst>
                              <p:par>
                                <p:cTn id="57" presetID="53" presetClass="entr" presetSubtype="16"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350" fill="hold"/>
                                        <p:tgtEl>
                                          <p:spTgt spid="13"/>
                                        </p:tgtEl>
                                        <p:attrNameLst>
                                          <p:attrName>ppt_w</p:attrName>
                                        </p:attrNameLst>
                                      </p:cBhvr>
                                      <p:tavLst>
                                        <p:tav tm="0">
                                          <p:val>
                                            <p:strVal val="0"/>
                                          </p:val>
                                        </p:tav>
                                        <p:tav tm="100000">
                                          <p:val>
                                            <p:strVal val="#ppt_w"/>
                                          </p:val>
                                        </p:tav>
                                      </p:tavLst>
                                    </p:anim>
                                    <p:anim calcmode="lin" valueType="num">
                                      <p:cBhvr additive="base">
                                        <p:cTn id="60" dur="350" fill="hold"/>
                                        <p:tgtEl>
                                          <p:spTgt spid="13"/>
                                        </p:tgtEl>
                                        <p:attrNameLst>
                                          <p:attrName>ppt_h</p:attrName>
                                        </p:attrNameLst>
                                      </p:cBhvr>
                                      <p:tavLst>
                                        <p:tav tm="0">
                                          <p:val>
                                            <p:strVal val="0"/>
                                          </p:val>
                                        </p:tav>
                                        <p:tav tm="100000">
                                          <p:val>
                                            <p:strVal val="#ppt_h"/>
                                          </p:val>
                                        </p:tav>
                                      </p:tavLst>
                                    </p:anim>
                                    <p:animEffect transition="in" filter="fade">
                                      <p:cBhvr>
                                        <p:cTn id="61" dur="350"/>
                                        <p:tgtEl>
                                          <p:spTgt spid="13"/>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350" fill="hold"/>
                                        <p:tgtEl>
                                          <p:spTgt spid="14"/>
                                        </p:tgtEl>
                                        <p:attrNameLst>
                                          <p:attrName>ppt_w</p:attrName>
                                        </p:attrNameLst>
                                      </p:cBhvr>
                                      <p:tavLst>
                                        <p:tav tm="0">
                                          <p:val>
                                            <p:strVal val="0"/>
                                          </p:val>
                                        </p:tav>
                                        <p:tav tm="100000">
                                          <p:val>
                                            <p:strVal val="#ppt_w"/>
                                          </p:val>
                                        </p:tav>
                                      </p:tavLst>
                                    </p:anim>
                                    <p:anim calcmode="lin" valueType="num">
                                      <p:cBhvr additive="base">
                                        <p:cTn id="65" dur="350" fill="hold"/>
                                        <p:tgtEl>
                                          <p:spTgt spid="14"/>
                                        </p:tgtEl>
                                        <p:attrNameLst>
                                          <p:attrName>ppt_h</p:attrName>
                                        </p:attrNameLst>
                                      </p:cBhvr>
                                      <p:tavLst>
                                        <p:tav tm="0">
                                          <p:val>
                                            <p:strVal val="0"/>
                                          </p:val>
                                        </p:tav>
                                        <p:tav tm="100000">
                                          <p:val>
                                            <p:strVal val="#ppt_h"/>
                                          </p:val>
                                        </p:tav>
                                      </p:tavLst>
                                    </p:anim>
                                    <p:animEffect transition="in" filter="fade">
                                      <p:cBhvr>
                                        <p:cTn id="66" dur="350"/>
                                        <p:tgtEl>
                                          <p:spTgt spid="14"/>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 calcmode="lin" valueType="num">
                                      <p:cBhvr additive="base">
                                        <p:cTn id="69" dur="350" fill="hold"/>
                                        <p:tgtEl>
                                          <p:spTgt spid="15"/>
                                        </p:tgtEl>
                                        <p:attrNameLst>
                                          <p:attrName>ppt_w</p:attrName>
                                        </p:attrNameLst>
                                      </p:cBhvr>
                                      <p:tavLst>
                                        <p:tav tm="0">
                                          <p:val>
                                            <p:strVal val="0"/>
                                          </p:val>
                                        </p:tav>
                                        <p:tav tm="100000">
                                          <p:val>
                                            <p:strVal val="#ppt_w"/>
                                          </p:val>
                                        </p:tav>
                                      </p:tavLst>
                                    </p:anim>
                                    <p:anim calcmode="lin" valueType="num">
                                      <p:cBhvr additive="base">
                                        <p:cTn id="70" dur="350" fill="hold"/>
                                        <p:tgtEl>
                                          <p:spTgt spid="15"/>
                                        </p:tgtEl>
                                        <p:attrNameLst>
                                          <p:attrName>ppt_h</p:attrName>
                                        </p:attrNameLst>
                                      </p:cBhvr>
                                      <p:tavLst>
                                        <p:tav tm="0">
                                          <p:val>
                                            <p:strVal val="0"/>
                                          </p:val>
                                        </p:tav>
                                        <p:tav tm="100000">
                                          <p:val>
                                            <p:strVal val="#ppt_h"/>
                                          </p:val>
                                        </p:tav>
                                      </p:tavLst>
                                    </p:anim>
                                    <p:animEffect transition="in" filter="fade">
                                      <p:cBhvr>
                                        <p:cTn id="71" dur="350"/>
                                        <p:tgtEl>
                                          <p:spTgt spid="15"/>
                                        </p:tgtEl>
                                      </p:cBhvr>
                                    </p:animEffect>
                                  </p:childTnLst>
                                </p:cTn>
                              </p:par>
                            </p:childTnLst>
                          </p:cTn>
                        </p:par>
                        <p:par>
                          <p:cTn id="72" fill="hold">
                            <p:stCondLst>
                              <p:cond delay="1100"/>
                            </p:stCondLst>
                            <p:childTnLst>
                              <p:par>
                                <p:cTn id="73" presetID="53" presetClass="entr" presetSubtype="16" fill="hold" grpId="0" nodeType="afterEffect">
                                  <p:stCondLst>
                                    <p:cond delay="0"/>
                                  </p:stCondLst>
                                  <p:childTnLst>
                                    <p:set>
                                      <p:cBhvr>
                                        <p:cTn id="74" dur="1" fill="hold">
                                          <p:stCondLst>
                                            <p:cond delay="0"/>
                                          </p:stCondLst>
                                        </p:cTn>
                                        <p:tgtEl>
                                          <p:spTgt spid="16"/>
                                        </p:tgtEl>
                                        <p:attrNameLst>
                                          <p:attrName>style.visibility</p:attrName>
                                        </p:attrNameLst>
                                      </p:cBhvr>
                                      <p:to>
                                        <p:strVal val="visible"/>
                                      </p:to>
                                    </p:set>
                                    <p:anim calcmode="lin" valueType="num">
                                      <p:cBhvr additive="base">
                                        <p:cTn id="75" dur="350" fill="hold"/>
                                        <p:tgtEl>
                                          <p:spTgt spid="16"/>
                                        </p:tgtEl>
                                        <p:attrNameLst>
                                          <p:attrName>ppt_w</p:attrName>
                                        </p:attrNameLst>
                                      </p:cBhvr>
                                      <p:tavLst>
                                        <p:tav tm="0">
                                          <p:val>
                                            <p:strVal val="0"/>
                                          </p:val>
                                        </p:tav>
                                        <p:tav tm="100000">
                                          <p:val>
                                            <p:strVal val="#ppt_w"/>
                                          </p:val>
                                        </p:tav>
                                      </p:tavLst>
                                    </p:anim>
                                    <p:anim calcmode="lin" valueType="num">
                                      <p:cBhvr additive="base">
                                        <p:cTn id="76" dur="350" fill="hold"/>
                                        <p:tgtEl>
                                          <p:spTgt spid="16"/>
                                        </p:tgtEl>
                                        <p:attrNameLst>
                                          <p:attrName>ppt_h</p:attrName>
                                        </p:attrNameLst>
                                      </p:cBhvr>
                                      <p:tavLst>
                                        <p:tav tm="0">
                                          <p:val>
                                            <p:strVal val="0"/>
                                          </p:val>
                                        </p:tav>
                                        <p:tav tm="100000">
                                          <p:val>
                                            <p:strVal val="#ppt_h"/>
                                          </p:val>
                                        </p:tav>
                                      </p:tavLst>
                                    </p:anim>
                                    <p:animEffect transition="in" filter="fade">
                                      <p:cBhvr>
                                        <p:cTn id="77" dur="350"/>
                                        <p:tgtEl>
                                          <p:spTgt spid="16"/>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 calcmode="lin" valueType="num">
                                      <p:cBhvr additive="base">
                                        <p:cTn id="80" dur="350" fill="hold"/>
                                        <p:tgtEl>
                                          <p:spTgt spid="17"/>
                                        </p:tgtEl>
                                        <p:attrNameLst>
                                          <p:attrName>ppt_w</p:attrName>
                                        </p:attrNameLst>
                                      </p:cBhvr>
                                      <p:tavLst>
                                        <p:tav tm="0">
                                          <p:val>
                                            <p:strVal val="0"/>
                                          </p:val>
                                        </p:tav>
                                        <p:tav tm="100000">
                                          <p:val>
                                            <p:strVal val="#ppt_w"/>
                                          </p:val>
                                        </p:tav>
                                      </p:tavLst>
                                    </p:anim>
                                    <p:anim calcmode="lin" valueType="num">
                                      <p:cBhvr additive="base">
                                        <p:cTn id="81" dur="350" fill="hold"/>
                                        <p:tgtEl>
                                          <p:spTgt spid="17"/>
                                        </p:tgtEl>
                                        <p:attrNameLst>
                                          <p:attrName>ppt_h</p:attrName>
                                        </p:attrNameLst>
                                      </p:cBhvr>
                                      <p:tavLst>
                                        <p:tav tm="0">
                                          <p:val>
                                            <p:strVal val="0"/>
                                          </p:val>
                                        </p:tav>
                                        <p:tav tm="100000">
                                          <p:val>
                                            <p:strVal val="#ppt_h"/>
                                          </p:val>
                                        </p:tav>
                                      </p:tavLst>
                                    </p:anim>
                                    <p:animEffect transition="in" filter="fade">
                                      <p:cBhvr>
                                        <p:cTn id="82" dur="350"/>
                                        <p:tgtEl>
                                          <p:spTgt spid="17"/>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 calcmode="lin" valueType="num">
                                      <p:cBhvr additive="base">
                                        <p:cTn id="85" dur="350" fill="hold"/>
                                        <p:tgtEl>
                                          <p:spTgt spid="18"/>
                                        </p:tgtEl>
                                        <p:attrNameLst>
                                          <p:attrName>ppt_w</p:attrName>
                                        </p:attrNameLst>
                                      </p:cBhvr>
                                      <p:tavLst>
                                        <p:tav tm="0">
                                          <p:val>
                                            <p:strVal val="0"/>
                                          </p:val>
                                        </p:tav>
                                        <p:tav tm="100000">
                                          <p:val>
                                            <p:strVal val="#ppt_w"/>
                                          </p:val>
                                        </p:tav>
                                      </p:tavLst>
                                    </p:anim>
                                    <p:anim calcmode="lin" valueType="num">
                                      <p:cBhvr additive="base">
                                        <p:cTn id="86" dur="350" fill="hold"/>
                                        <p:tgtEl>
                                          <p:spTgt spid="18"/>
                                        </p:tgtEl>
                                        <p:attrNameLst>
                                          <p:attrName>ppt_h</p:attrName>
                                        </p:attrNameLst>
                                      </p:cBhvr>
                                      <p:tavLst>
                                        <p:tav tm="0">
                                          <p:val>
                                            <p:strVal val="0"/>
                                          </p:val>
                                        </p:tav>
                                        <p:tav tm="100000">
                                          <p:val>
                                            <p:strVal val="#ppt_h"/>
                                          </p:val>
                                        </p:tav>
                                      </p:tavLst>
                                    </p:anim>
                                    <p:animEffect transition="in" filter="fade">
                                      <p:cBhvr>
                                        <p:cTn id="8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0" grpId="0" animBg="1"/>
      <p:bldP spid="12" grpId="0" animBg="1"/>
      <p:bldP spid="13" grpId="0" animBg="1"/>
      <p:bldP spid="15" grpId="0" animBg="1"/>
      <p:bldP spid="16"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1"/>
                </a:solidFill>
                <a:latin typeface="Cambria" pitchFamily="34" charset="0"/>
                <a:ea typeface="Cambria" pitchFamily="34" charset="-122"/>
                <a:cs typeface="Cambria" pitchFamily="34" charset="-120"/>
              </a:rPr>
              <a:t>1.</a:t>
            </a:r>
            <a:endParaRPr lang="en-US" sz="25000" dirty="0"/>
          </a:p>
        </p:txBody>
      </p:sp>
      <p:sp>
        <p:nvSpPr>
          <p:cNvPr id="4" name="Section title"/>
          <p:cNvSpPr txBox="1"/>
          <p:nvPr/>
        </p:nvSpPr>
        <p:spPr>
          <a:xfrm>
            <a:off x="3749040" y="1737360"/>
            <a:ext cx="493776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Positive Attitudes</a:t>
            </a:r>
            <a:endParaRPr lang="en-US" sz="6000" dirty="0"/>
          </a:p>
        </p:txBody>
      </p:sp>
      <p:sp>
        <p:nvSpPr>
          <p:cNvPr id="5" name="Section icon"/>
          <p:cNvSpPr/>
          <p:nvPr/>
        </p:nvSpPr>
        <p:spPr>
          <a:xfrm>
            <a:off x="8915400" y="1874520"/>
            <a:ext cx="2926080" cy="2926080"/>
          </a:xfrm>
          <a:prstGeom prst="ellipse">
            <a:avLst/>
          </a:prstGeom>
          <a:solidFill>
            <a:schemeClr val="accent1"/>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50" fill="hold"/>
                                        <p:tgtEl>
                                          <p:spTgt spid="3"/>
                                        </p:tgtEl>
                                        <p:attrNameLst>
                                          <p:attrName>ppt_w</p:attrName>
                                        </p:attrNameLst>
                                      </p:cBhvr>
                                      <p:tavLst>
                                        <p:tav tm="0">
                                          <p:val>
                                            <p:strVal val="0"/>
                                          </p:val>
                                        </p:tav>
                                        <p:tav tm="100000">
                                          <p:val>
                                            <p:strVal val="#ppt_w"/>
                                          </p:val>
                                        </p:tav>
                                      </p:tavLst>
                                    </p:anim>
                                    <p:anim calcmode="lin" valueType="num">
                                      <p:cBhvr additive="base">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childTnLst>
                          </p:cTn>
                        </p:par>
                        <p:par>
                          <p:cTn id="10" fill="hold">
                            <p:stCondLst>
                              <p:cond delay="22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50"/>
                                        <p:tgtEl>
                                          <p:spTgt spid="4"/>
                                        </p:tgtEl>
                                      </p:cBhvr>
                                    </p:animEffect>
                                    <p:anim calcmode="lin" valueType="num">
                                      <p:cBhvr additive="base">
                                        <p:cTn id="14" dur="350" fill="hold"/>
                                        <p:tgtEl>
                                          <p:spTgt spid="4"/>
                                        </p:tgtEl>
                                        <p:attrNameLst>
                                          <p:attrName>ppt_x</p:attrName>
                                        </p:attrNameLst>
                                      </p:cBhvr>
                                      <p:tavLst>
                                        <p:tav tm="0">
                                          <p:val>
                                            <p:strVal val="#ppt_x"/>
                                          </p:val>
                                        </p:tav>
                                        <p:tav tm="100000">
                                          <p:val>
                                            <p:strVal val="#ppt_x"/>
                                          </p:val>
                                        </p:tav>
                                      </p:tavLst>
                                    </p:anim>
                                    <p:anim calcmode="lin" valueType="num">
                                      <p:cBhvr additive="base">
                                        <p:cTn id="15" dur="350" fill="hold"/>
                                        <p:tgtEl>
                                          <p:spTgt spid="4"/>
                                        </p:tgtEl>
                                        <p:attrNameLst>
                                          <p:attrName>ppt_y</p:attrName>
                                        </p:attrNameLst>
                                      </p:cBhvr>
                                      <p:tavLst>
                                        <p:tav tm="0">
                                          <p:val>
                                            <p:strVal val="#ppt_y+.06"/>
                                          </p:val>
                                        </p:tav>
                                        <p:tav tm="100000">
                                          <p:val>
                                            <p:strVal val="#ppt_y"/>
                                          </p:val>
                                        </p:tav>
                                      </p:tavLst>
                                    </p:anim>
                                  </p:childTnLst>
                                </p:cTn>
                              </p:par>
                            </p:childTnLst>
                          </p:cTn>
                        </p:par>
                        <p:par>
                          <p:cTn id="16" fill="hold">
                            <p:stCondLst>
                              <p:cond delay="44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350" fill="hold"/>
                                        <p:tgtEl>
                                          <p:spTgt spid="5"/>
                                        </p:tgtEl>
                                        <p:attrNameLst>
                                          <p:attrName>ppt_w</p:attrName>
                                        </p:attrNameLst>
                                      </p:cBhvr>
                                      <p:tavLst>
                                        <p:tav tm="0">
                                          <p:val>
                                            <p:strVal val="0"/>
                                          </p:val>
                                        </p:tav>
                                        <p:tav tm="100000">
                                          <p:val>
                                            <p:strVal val="#ppt_w"/>
                                          </p:val>
                                        </p:tav>
                                      </p:tavLst>
                                    </p:anim>
                                    <p:anim calcmode="lin" valueType="num">
                                      <p:cBhvr additive="base">
                                        <p:cTn id="20" dur="350" fill="hold"/>
                                        <p:tgtEl>
                                          <p:spTgt spid="5"/>
                                        </p:tgtEl>
                                        <p:attrNameLst>
                                          <p:attrName>ppt_h</p:attrName>
                                        </p:attrNameLst>
                                      </p:cBhvr>
                                      <p:tavLst>
                                        <p:tav tm="0">
                                          <p:val>
                                            <p:strVal val="0"/>
                                          </p:val>
                                        </p:tav>
                                        <p:tav tm="100000">
                                          <p:val>
                                            <p:strVal val="#ppt_h"/>
                                          </p:val>
                                        </p:tav>
                                      </p:tavLst>
                                    </p:anim>
                                    <p:animEffect transition="in" filter="fade">
                                      <p:cBhvr>
                                        <p:cTn id="21" dur="350"/>
                                        <p:tgtEl>
                                          <p:spTgt spid="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350" fill="hold"/>
                                        <p:tgtEl>
                                          <p:spTgt spid="6"/>
                                        </p:tgtEl>
                                        <p:attrNameLst>
                                          <p:attrName>ppt_w</p:attrName>
                                        </p:attrNameLst>
                                      </p:cBhvr>
                                      <p:tavLst>
                                        <p:tav tm="0">
                                          <p:val>
                                            <p:strVal val="0"/>
                                          </p:val>
                                        </p:tav>
                                        <p:tav tm="100000">
                                          <p:val>
                                            <p:strVal val="#ppt_w"/>
                                          </p:val>
                                        </p:tav>
                                      </p:tavLst>
                                    </p:anim>
                                    <p:anim calcmode="lin" valueType="num">
                                      <p:cBhvr additive="base">
                                        <p:cTn id="25" dur="350" fill="hold"/>
                                        <p:tgtEl>
                                          <p:spTgt spid="6"/>
                                        </p:tgtEl>
                                        <p:attrNameLst>
                                          <p:attrName>ppt_h</p:attrName>
                                        </p:attrNameLst>
                                      </p:cBhvr>
                                      <p:tavLst>
                                        <p:tav tm="0">
                                          <p:val>
                                            <p:strVal val="0"/>
                                          </p:val>
                                        </p:tav>
                                        <p:tav tm="100000">
                                          <p:val>
                                            <p:strVal val="#ppt_h"/>
                                          </p:val>
                                        </p:tav>
                                      </p:tavLst>
                                    </p:anim>
                                    <p:animEffect transition="in" filter="fade">
                                      <p:cBhvr>
                                        <p:cTn id="26"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I. Be positive in your words</a:t>
            </a:r>
            <a:endParaRPr lang="en-US" sz="4000" dirty="0"/>
          </a:p>
        </p:txBody>
      </p:sp>
      <p:sp>
        <p:nvSpPr>
          <p:cNvPr id="4" name="Point icon"/>
          <p:cNvSpPr/>
          <p:nvPr/>
        </p:nvSpPr>
        <p:spPr>
          <a:xfrm>
            <a:off x="731520" y="2057400"/>
            <a:ext cx="2743200" cy="2743200"/>
          </a:xfrm>
          <a:prstGeom prst="ellipse">
            <a:avLst/>
          </a:prstGeom>
          <a:solidFill>
            <a:schemeClr val="accent1"/>
          </a:solidFill>
          <a:ln/>
        </p:spPr>
      </p:sp>
      <p:pic>
        <p:nvPicPr>
          <p:cNvPr id="5" name="Point icon glyph" descr="preencoded.png">    </p:cNvPr>
          <p:cNvPicPr>
            <a:picLocks noChangeAspect="1"/>
          </p:cNvPicPr>
          <p:nvPr/>
        </p:nvPicPr>
        <p:blipFill>
          <a:blip r:embed="rId1"/>
          <a:stretch>
            <a:fillRect/>
          </a:stretch>
        </p:blipFill>
        <p:spPr>
          <a:xfrm>
            <a:off x="1389888" y="2715768"/>
            <a:ext cx="1426464" cy="1426464"/>
          </a:xfrm>
          <a:prstGeom prst="rect">
            <a:avLst/>
          </a:prstGeom>
        </p:spPr>
      </p:pic>
      <p:sp>
        <p:nvSpPr>
          <p:cNvPr id="6" name="Verse card"/>
          <p:cNvSpPr/>
          <p:nvPr/>
        </p:nvSpPr>
        <p:spPr>
          <a:xfrm>
            <a:off x="4023360" y="1600200"/>
            <a:ext cx="7589520" cy="4434840"/>
          </a:xfrm>
          <a:prstGeom prst="roundRect">
            <a:avLst>
              <a:gd name="adj" fmla="val 4124"/>
            </a:avLst>
          </a:prstGeom>
          <a:solidFill>
            <a:schemeClr val="bg2"/>
          </a:solidFill>
          <a:ln/>
          <a:effectLst>
            <a:outerShdw sx="100000" sy="100000" kx="0" ky="0" algn="bl" rotWithShape="0" blurRad="127000" dist="38100" dir="5400000">
              <a:srgbClr val="4A1240">
                <a:alpha val="18000"/>
              </a:srgbClr>
            </a:outerShdw>
          </a:effectLst>
        </p:spPr>
      </p:sp>
      <p:sp>
        <p:nvSpPr>
          <p:cNvPr id="7" name="Verse"/>
          <p:cNvSpPr txBox="1"/>
          <p:nvPr/>
        </p:nvSpPr>
        <p:spPr>
          <a:xfrm>
            <a:off x="4434840" y="1828800"/>
            <a:ext cx="6766560" cy="3291840"/>
          </a:xfrm>
          <a:prstGeom prst="rect">
            <a:avLst/>
          </a:prstGeom>
          <a:noFill/>
          <a:ln/>
        </p:spPr>
        <p:txBody>
          <a:bodyPr wrap="square" lIns="0" tIns="0" rIns="0" bIns="0" rtlCol="0" anchor="ctr"/>
          <a:lstStyle/>
          <a:p>
            <a:pPr indent="0" marL="0">
              <a:lnSpc>
                <a:spcPct val="105000"/>
              </a:lnSpc>
              <a:buNone/>
            </a:pPr>
            <a:r>
              <a:rPr lang="en-US" sz="3200" dirty="0">
                <a:solidFill>
                  <a:schemeClr val="tx1"/>
                </a:solidFill>
              </a:rPr>
              <a:t>Do not let any unwholesome talk come out of your mouths, but only what is helpful for building others up according to their needs, that it may benefit those who listen.</a:t>
            </a:r>
            <a:endParaRPr lang="en-US" sz="3200" dirty="0"/>
          </a:p>
        </p:txBody>
      </p:sp>
      <p:sp>
        <p:nvSpPr>
          <p:cNvPr id="8" name="Reference"/>
          <p:cNvSpPr txBox="1"/>
          <p:nvPr/>
        </p:nvSpPr>
        <p:spPr>
          <a:xfrm>
            <a:off x="4434840" y="5257800"/>
            <a:ext cx="6766560" cy="548640"/>
          </a:xfrm>
          <a:prstGeom prst="rect">
            <a:avLst/>
          </a:prstGeom>
          <a:noFill/>
          <a:ln/>
        </p:spPr>
        <p:txBody>
          <a:bodyPr wrap="square" lIns="0" tIns="0" rIns="0" bIns="0" rtlCol="0" anchor="ctr"/>
          <a:lstStyle/>
          <a:p>
            <a:pPr indent="0" marL="0">
              <a:buNone/>
            </a:pPr>
            <a:r>
              <a:rPr lang="en-US" sz="2600" b="1" dirty="0">
                <a:solidFill>
                  <a:schemeClr val="accent1"/>
                </a:solidFill>
              </a:rPr>
              <a:t>Ephesians 4:29 (NIV)</a:t>
            </a:r>
            <a:endParaRPr lang="en-US" sz="2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7</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350" fill="hold"/>
                                        <p:tgtEl>
                                          <p:spTgt spid="4"/>
                                        </p:tgtEl>
                                        <p:attrNameLst>
                                          <p:attrName>ppt_w</p:attrName>
                                        </p:attrNameLst>
                                      </p:cBhvr>
                                      <p:tavLst>
                                        <p:tav tm="0">
                                          <p:val>
                                            <p:strVal val="0"/>
                                          </p:val>
                                        </p:tav>
                                        <p:tav tm="100000">
                                          <p:val>
                                            <p:strVal val="#ppt_w"/>
                                          </p:val>
                                        </p:tav>
                                      </p:tavLst>
                                    </p:anim>
                                    <p:anim calcmode="lin" valueType="num">
                                      <p:cBhvr additive="base">
                                        <p:cTn id="8" dur="350" fill="hold"/>
                                        <p:tgtEl>
                                          <p:spTgt spid="4"/>
                                        </p:tgtEl>
                                        <p:attrNameLst>
                                          <p:attrName>ppt_h</p:attrName>
                                        </p:attrNameLst>
                                      </p:cBhvr>
                                      <p:tavLst>
                                        <p:tav tm="0">
                                          <p:val>
                                            <p:strVal val="0"/>
                                          </p:val>
                                        </p:tav>
                                        <p:tav tm="100000">
                                          <p:val>
                                            <p:strVal val="#ppt_h"/>
                                          </p:val>
                                        </p:tav>
                                      </p:tavLst>
                                    </p:anim>
                                    <p:animEffect transition="in" filter="fade">
                                      <p:cBhvr>
                                        <p:cTn id="9" dur="3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350" fill="hold"/>
                                        <p:tgtEl>
                                          <p:spTgt spid="5"/>
                                        </p:tgtEl>
                                        <p:attrNameLst>
                                          <p:attrName>ppt_w</p:attrName>
                                        </p:attrNameLst>
                                      </p:cBhvr>
                                      <p:tavLst>
                                        <p:tav tm="0">
                                          <p:val>
                                            <p:strVal val="0"/>
                                          </p:val>
                                        </p:tav>
                                        <p:tav tm="100000">
                                          <p:val>
                                            <p:strVal val="#ppt_w"/>
                                          </p:val>
                                        </p:tav>
                                      </p:tavLst>
                                    </p:anim>
                                    <p:anim calcmode="lin" valueType="num">
                                      <p:cBhvr additive="base">
                                        <p:cTn id="13" dur="350" fill="hold"/>
                                        <p:tgtEl>
                                          <p:spTgt spid="5"/>
                                        </p:tgtEl>
                                        <p:attrNameLst>
                                          <p:attrName>ppt_h</p:attrName>
                                        </p:attrNameLst>
                                      </p:cBhvr>
                                      <p:tavLst>
                                        <p:tav tm="0">
                                          <p:val>
                                            <p:strVal val="0"/>
                                          </p:val>
                                        </p:tav>
                                        <p:tav tm="100000">
                                          <p:val>
                                            <p:strVal val="#ppt_h"/>
                                          </p:val>
                                        </p:tav>
                                      </p:tavLst>
                                    </p:anim>
                                    <p:animEffect transition="in" filter="fade">
                                      <p:cBhvr>
                                        <p:cTn id="14" dur="350"/>
                                        <p:tgtEl>
                                          <p:spTgt spid="5"/>
                                        </p:tgtEl>
                                      </p:cBhvr>
                                    </p:animEffect>
                                  </p:childTnLst>
                                </p:cTn>
                              </p:par>
                            </p:childTnLst>
                          </p:cTn>
                        </p:par>
                        <p:par>
                          <p:cTn id="15" fill="hold">
                            <p:stCondLst>
                              <p:cond delay="220"/>
                            </p:stCondLst>
                            <p:childTnLst>
                              <p:par>
                                <p:cTn id="16" presetID="42"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50"/>
                                        <p:tgtEl>
                                          <p:spTgt spid="6"/>
                                        </p:tgtEl>
                                      </p:cBhvr>
                                    </p:animEffect>
                                    <p:anim calcmode="lin" valueType="num">
                                      <p:cBhvr additive="base">
                                        <p:cTn id="19" dur="350" fill="hold"/>
                                        <p:tgtEl>
                                          <p:spTgt spid="6"/>
                                        </p:tgtEl>
                                        <p:attrNameLst>
                                          <p:attrName>ppt_x</p:attrName>
                                        </p:attrNameLst>
                                      </p:cBhvr>
                                      <p:tavLst>
                                        <p:tav tm="0">
                                          <p:val>
                                            <p:strVal val="#ppt_x"/>
                                          </p:val>
                                        </p:tav>
                                        <p:tav tm="100000">
                                          <p:val>
                                            <p:strVal val="#ppt_x"/>
                                          </p:val>
                                        </p:tav>
                                      </p:tavLst>
                                    </p:anim>
                                    <p:anim calcmode="lin" valueType="num">
                                      <p:cBhvr additive="base">
                                        <p:cTn id="20" dur="350" fill="hold"/>
                                        <p:tgtEl>
                                          <p:spTgt spid="6"/>
                                        </p:tgtEl>
                                        <p:attrNameLst>
                                          <p:attrName>ppt_y</p:attrName>
                                        </p:attrNameLst>
                                      </p:cBhvr>
                                      <p:tavLst>
                                        <p:tav tm="0">
                                          <p:val>
                                            <p:strVal val="#ppt_y+.06"/>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350"/>
                                        <p:tgtEl>
                                          <p:spTgt spid="7"/>
                                        </p:tgtEl>
                                      </p:cBhvr>
                                    </p:animEffect>
                                    <p:anim calcmode="lin" valueType="num">
                                      <p:cBhvr additive="base">
                                        <p:cTn id="24" dur="350" fill="hold"/>
                                        <p:tgtEl>
                                          <p:spTgt spid="7"/>
                                        </p:tgtEl>
                                        <p:attrNameLst>
                                          <p:attrName>ppt_x</p:attrName>
                                        </p:attrNameLst>
                                      </p:cBhvr>
                                      <p:tavLst>
                                        <p:tav tm="0">
                                          <p:val>
                                            <p:strVal val="#ppt_x"/>
                                          </p:val>
                                        </p:tav>
                                        <p:tav tm="100000">
                                          <p:val>
                                            <p:strVal val="#ppt_x"/>
                                          </p:val>
                                        </p:tav>
                                      </p:tavLst>
                                    </p:anim>
                                    <p:anim calcmode="lin" valueType="num">
                                      <p:cBhvr additive="base">
                                        <p:cTn id="25" dur="350" fill="hold"/>
                                        <p:tgtEl>
                                          <p:spTgt spid="7"/>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350"/>
                                        <p:tgtEl>
                                          <p:spTgt spid="8"/>
                                        </p:tgtEl>
                                      </p:cBhvr>
                                    </p:animEffect>
                                    <p:anim calcmode="lin" valueType="num">
                                      <p:cBhvr additive="base">
                                        <p:cTn id="29" dur="350" fill="hold"/>
                                        <p:tgtEl>
                                          <p:spTgt spid="8"/>
                                        </p:tgtEl>
                                        <p:attrNameLst>
                                          <p:attrName>ppt_x</p:attrName>
                                        </p:attrNameLst>
                                      </p:cBhvr>
                                      <p:tavLst>
                                        <p:tav tm="0">
                                          <p:val>
                                            <p:strVal val="#ppt_x"/>
                                          </p:val>
                                        </p:tav>
                                        <p:tav tm="100000">
                                          <p:val>
                                            <p:strVal val="#ppt_x"/>
                                          </p:val>
                                        </p:tav>
                                      </p:tavLst>
                                    </p:anim>
                                    <p:anim calcmode="lin" valueType="num">
                                      <p:cBhvr additive="base">
                                        <p:cTn id="30" dur="35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II. Sow good works</a:t>
            </a:r>
            <a:endParaRPr lang="en-US" sz="4000" dirty="0"/>
          </a:p>
        </p:txBody>
      </p:sp>
      <p:sp>
        <p:nvSpPr>
          <p:cNvPr id="4" name="Point icon"/>
          <p:cNvSpPr/>
          <p:nvPr/>
        </p:nvSpPr>
        <p:spPr>
          <a:xfrm>
            <a:off x="731520" y="2057400"/>
            <a:ext cx="2743200" cy="2743200"/>
          </a:xfrm>
          <a:prstGeom prst="ellipse">
            <a:avLst/>
          </a:prstGeom>
          <a:solidFill>
            <a:schemeClr val="accent1"/>
          </a:solidFill>
          <a:ln/>
        </p:spPr>
      </p:sp>
      <p:pic>
        <p:nvPicPr>
          <p:cNvPr id="5" name="Point icon glyph" descr="preencoded.png">    </p:cNvPr>
          <p:cNvPicPr>
            <a:picLocks noChangeAspect="1"/>
          </p:cNvPicPr>
          <p:nvPr/>
        </p:nvPicPr>
        <p:blipFill>
          <a:blip r:embed="rId1"/>
          <a:stretch>
            <a:fillRect/>
          </a:stretch>
        </p:blipFill>
        <p:spPr>
          <a:xfrm>
            <a:off x="1389888" y="2715768"/>
            <a:ext cx="1426464" cy="1426464"/>
          </a:xfrm>
          <a:prstGeom prst="rect">
            <a:avLst/>
          </a:prstGeom>
        </p:spPr>
      </p:pic>
      <p:sp>
        <p:nvSpPr>
          <p:cNvPr id="6" name="Verse card"/>
          <p:cNvSpPr/>
          <p:nvPr/>
        </p:nvSpPr>
        <p:spPr>
          <a:xfrm>
            <a:off x="4023360" y="1600200"/>
            <a:ext cx="7589520" cy="4434840"/>
          </a:xfrm>
          <a:prstGeom prst="roundRect">
            <a:avLst>
              <a:gd name="adj" fmla="val 4124"/>
            </a:avLst>
          </a:prstGeom>
          <a:solidFill>
            <a:schemeClr val="bg2"/>
          </a:solidFill>
          <a:ln/>
          <a:effectLst>
            <a:outerShdw sx="100000" sy="100000" kx="0" ky="0" algn="bl" rotWithShape="0" blurRad="127000" dist="38100" dir="5400000">
              <a:srgbClr val="4A1240">
                <a:alpha val="18000"/>
              </a:srgbClr>
            </a:outerShdw>
          </a:effectLst>
        </p:spPr>
      </p:sp>
      <p:sp>
        <p:nvSpPr>
          <p:cNvPr id="7" name="Verse"/>
          <p:cNvSpPr txBox="1"/>
          <p:nvPr/>
        </p:nvSpPr>
        <p:spPr>
          <a:xfrm>
            <a:off x="4434840" y="1828800"/>
            <a:ext cx="6766560" cy="3291840"/>
          </a:xfrm>
          <a:prstGeom prst="rect">
            <a:avLst/>
          </a:prstGeom>
          <a:noFill/>
          <a:ln/>
        </p:spPr>
        <p:txBody>
          <a:bodyPr wrap="square" lIns="0" tIns="0" rIns="0" bIns="0" rtlCol="0" anchor="ctr"/>
          <a:lstStyle/>
          <a:p>
            <a:pPr indent="0" marL="0">
              <a:lnSpc>
                <a:spcPct val="105000"/>
              </a:lnSpc>
              <a:buNone/>
            </a:pPr>
            <a:r>
              <a:rPr lang="en-US" sz="3200" dirty="0">
                <a:solidFill>
                  <a:schemeClr val="tx1"/>
                </a:solidFill>
              </a:rPr>
              <a:t>In the same way, let your light shine before men, that they may see your good deeds and praise your Father in heaven.</a:t>
            </a:r>
            <a:endParaRPr lang="en-US" sz="3200" dirty="0"/>
          </a:p>
        </p:txBody>
      </p:sp>
      <p:sp>
        <p:nvSpPr>
          <p:cNvPr id="8" name="Reference"/>
          <p:cNvSpPr txBox="1"/>
          <p:nvPr/>
        </p:nvSpPr>
        <p:spPr>
          <a:xfrm>
            <a:off x="4434840" y="5257800"/>
            <a:ext cx="6766560" cy="548640"/>
          </a:xfrm>
          <a:prstGeom prst="rect">
            <a:avLst/>
          </a:prstGeom>
          <a:noFill/>
          <a:ln/>
        </p:spPr>
        <p:txBody>
          <a:bodyPr wrap="square" lIns="0" tIns="0" rIns="0" bIns="0" rtlCol="0" anchor="ctr"/>
          <a:lstStyle/>
          <a:p>
            <a:pPr indent="0" marL="0">
              <a:buNone/>
            </a:pPr>
            <a:r>
              <a:rPr lang="en-US" sz="2600" b="1" dirty="0">
                <a:solidFill>
                  <a:schemeClr val="accent1"/>
                </a:solidFill>
              </a:rPr>
              <a:t>Matthew 5:16 (NIV)</a:t>
            </a:r>
            <a:endParaRPr lang="en-US" sz="2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8</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350" fill="hold"/>
                                        <p:tgtEl>
                                          <p:spTgt spid="4"/>
                                        </p:tgtEl>
                                        <p:attrNameLst>
                                          <p:attrName>ppt_w</p:attrName>
                                        </p:attrNameLst>
                                      </p:cBhvr>
                                      <p:tavLst>
                                        <p:tav tm="0">
                                          <p:val>
                                            <p:strVal val="0"/>
                                          </p:val>
                                        </p:tav>
                                        <p:tav tm="100000">
                                          <p:val>
                                            <p:strVal val="#ppt_w"/>
                                          </p:val>
                                        </p:tav>
                                      </p:tavLst>
                                    </p:anim>
                                    <p:anim calcmode="lin" valueType="num">
                                      <p:cBhvr additive="base">
                                        <p:cTn id="8" dur="350" fill="hold"/>
                                        <p:tgtEl>
                                          <p:spTgt spid="4"/>
                                        </p:tgtEl>
                                        <p:attrNameLst>
                                          <p:attrName>ppt_h</p:attrName>
                                        </p:attrNameLst>
                                      </p:cBhvr>
                                      <p:tavLst>
                                        <p:tav tm="0">
                                          <p:val>
                                            <p:strVal val="0"/>
                                          </p:val>
                                        </p:tav>
                                        <p:tav tm="100000">
                                          <p:val>
                                            <p:strVal val="#ppt_h"/>
                                          </p:val>
                                        </p:tav>
                                      </p:tavLst>
                                    </p:anim>
                                    <p:animEffect transition="in" filter="fade">
                                      <p:cBhvr>
                                        <p:cTn id="9" dur="3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350" fill="hold"/>
                                        <p:tgtEl>
                                          <p:spTgt spid="5"/>
                                        </p:tgtEl>
                                        <p:attrNameLst>
                                          <p:attrName>ppt_w</p:attrName>
                                        </p:attrNameLst>
                                      </p:cBhvr>
                                      <p:tavLst>
                                        <p:tav tm="0">
                                          <p:val>
                                            <p:strVal val="0"/>
                                          </p:val>
                                        </p:tav>
                                        <p:tav tm="100000">
                                          <p:val>
                                            <p:strVal val="#ppt_w"/>
                                          </p:val>
                                        </p:tav>
                                      </p:tavLst>
                                    </p:anim>
                                    <p:anim calcmode="lin" valueType="num">
                                      <p:cBhvr additive="base">
                                        <p:cTn id="13" dur="350" fill="hold"/>
                                        <p:tgtEl>
                                          <p:spTgt spid="5"/>
                                        </p:tgtEl>
                                        <p:attrNameLst>
                                          <p:attrName>ppt_h</p:attrName>
                                        </p:attrNameLst>
                                      </p:cBhvr>
                                      <p:tavLst>
                                        <p:tav tm="0">
                                          <p:val>
                                            <p:strVal val="0"/>
                                          </p:val>
                                        </p:tav>
                                        <p:tav tm="100000">
                                          <p:val>
                                            <p:strVal val="#ppt_h"/>
                                          </p:val>
                                        </p:tav>
                                      </p:tavLst>
                                    </p:anim>
                                    <p:animEffect transition="in" filter="fade">
                                      <p:cBhvr>
                                        <p:cTn id="14" dur="350"/>
                                        <p:tgtEl>
                                          <p:spTgt spid="5"/>
                                        </p:tgtEl>
                                      </p:cBhvr>
                                    </p:animEffect>
                                  </p:childTnLst>
                                </p:cTn>
                              </p:par>
                            </p:childTnLst>
                          </p:cTn>
                        </p:par>
                        <p:par>
                          <p:cTn id="15" fill="hold">
                            <p:stCondLst>
                              <p:cond delay="220"/>
                            </p:stCondLst>
                            <p:childTnLst>
                              <p:par>
                                <p:cTn id="16" presetID="42"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50"/>
                                        <p:tgtEl>
                                          <p:spTgt spid="6"/>
                                        </p:tgtEl>
                                      </p:cBhvr>
                                    </p:animEffect>
                                    <p:anim calcmode="lin" valueType="num">
                                      <p:cBhvr additive="base">
                                        <p:cTn id="19" dur="350" fill="hold"/>
                                        <p:tgtEl>
                                          <p:spTgt spid="6"/>
                                        </p:tgtEl>
                                        <p:attrNameLst>
                                          <p:attrName>ppt_x</p:attrName>
                                        </p:attrNameLst>
                                      </p:cBhvr>
                                      <p:tavLst>
                                        <p:tav tm="0">
                                          <p:val>
                                            <p:strVal val="#ppt_x"/>
                                          </p:val>
                                        </p:tav>
                                        <p:tav tm="100000">
                                          <p:val>
                                            <p:strVal val="#ppt_x"/>
                                          </p:val>
                                        </p:tav>
                                      </p:tavLst>
                                    </p:anim>
                                    <p:anim calcmode="lin" valueType="num">
                                      <p:cBhvr additive="base">
                                        <p:cTn id="20" dur="350" fill="hold"/>
                                        <p:tgtEl>
                                          <p:spTgt spid="6"/>
                                        </p:tgtEl>
                                        <p:attrNameLst>
                                          <p:attrName>ppt_y</p:attrName>
                                        </p:attrNameLst>
                                      </p:cBhvr>
                                      <p:tavLst>
                                        <p:tav tm="0">
                                          <p:val>
                                            <p:strVal val="#ppt_y+.06"/>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350"/>
                                        <p:tgtEl>
                                          <p:spTgt spid="7"/>
                                        </p:tgtEl>
                                      </p:cBhvr>
                                    </p:animEffect>
                                    <p:anim calcmode="lin" valueType="num">
                                      <p:cBhvr additive="base">
                                        <p:cTn id="24" dur="350" fill="hold"/>
                                        <p:tgtEl>
                                          <p:spTgt spid="7"/>
                                        </p:tgtEl>
                                        <p:attrNameLst>
                                          <p:attrName>ppt_x</p:attrName>
                                        </p:attrNameLst>
                                      </p:cBhvr>
                                      <p:tavLst>
                                        <p:tav tm="0">
                                          <p:val>
                                            <p:strVal val="#ppt_x"/>
                                          </p:val>
                                        </p:tav>
                                        <p:tav tm="100000">
                                          <p:val>
                                            <p:strVal val="#ppt_x"/>
                                          </p:val>
                                        </p:tav>
                                      </p:tavLst>
                                    </p:anim>
                                    <p:anim calcmode="lin" valueType="num">
                                      <p:cBhvr additive="base">
                                        <p:cTn id="25" dur="350" fill="hold"/>
                                        <p:tgtEl>
                                          <p:spTgt spid="7"/>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350"/>
                                        <p:tgtEl>
                                          <p:spTgt spid="8"/>
                                        </p:tgtEl>
                                      </p:cBhvr>
                                    </p:animEffect>
                                    <p:anim calcmode="lin" valueType="num">
                                      <p:cBhvr additive="base">
                                        <p:cTn id="29" dur="350" fill="hold"/>
                                        <p:tgtEl>
                                          <p:spTgt spid="8"/>
                                        </p:tgtEl>
                                        <p:attrNameLst>
                                          <p:attrName>ppt_x</p:attrName>
                                        </p:attrNameLst>
                                      </p:cBhvr>
                                      <p:tavLst>
                                        <p:tav tm="0">
                                          <p:val>
                                            <p:strVal val="#ppt_x"/>
                                          </p:val>
                                        </p:tav>
                                        <p:tav tm="100000">
                                          <p:val>
                                            <p:strVal val="#ppt_x"/>
                                          </p:val>
                                        </p:tav>
                                      </p:tavLst>
                                    </p:anim>
                                    <p:anim calcmode="lin" valueType="num">
                                      <p:cBhvr additive="base">
                                        <p:cTn id="30" dur="35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III. Be kind and loving in how you relate to others</a:t>
            </a:r>
            <a:endParaRPr lang="en-US" sz="4000" dirty="0"/>
          </a:p>
        </p:txBody>
      </p:sp>
      <p:sp>
        <p:nvSpPr>
          <p:cNvPr id="4" name="Point icon"/>
          <p:cNvSpPr/>
          <p:nvPr/>
        </p:nvSpPr>
        <p:spPr>
          <a:xfrm>
            <a:off x="731520" y="2057400"/>
            <a:ext cx="2743200" cy="2743200"/>
          </a:xfrm>
          <a:prstGeom prst="ellipse">
            <a:avLst/>
          </a:prstGeom>
          <a:solidFill>
            <a:schemeClr val="accent1"/>
          </a:solidFill>
          <a:ln/>
        </p:spPr>
      </p:sp>
      <p:pic>
        <p:nvPicPr>
          <p:cNvPr id="5" name="Point icon glyph" descr="preencoded.png">    </p:cNvPr>
          <p:cNvPicPr>
            <a:picLocks noChangeAspect="1"/>
          </p:cNvPicPr>
          <p:nvPr/>
        </p:nvPicPr>
        <p:blipFill>
          <a:blip r:embed="rId1"/>
          <a:stretch>
            <a:fillRect/>
          </a:stretch>
        </p:blipFill>
        <p:spPr>
          <a:xfrm>
            <a:off x="1389888" y="2715768"/>
            <a:ext cx="1426464" cy="1426464"/>
          </a:xfrm>
          <a:prstGeom prst="rect">
            <a:avLst/>
          </a:prstGeom>
        </p:spPr>
      </p:pic>
      <p:sp>
        <p:nvSpPr>
          <p:cNvPr id="6" name="Verse card"/>
          <p:cNvSpPr/>
          <p:nvPr/>
        </p:nvSpPr>
        <p:spPr>
          <a:xfrm>
            <a:off x="4023360" y="1600200"/>
            <a:ext cx="7589520" cy="4434840"/>
          </a:xfrm>
          <a:prstGeom prst="roundRect">
            <a:avLst>
              <a:gd name="adj" fmla="val 4124"/>
            </a:avLst>
          </a:prstGeom>
          <a:solidFill>
            <a:schemeClr val="bg2"/>
          </a:solidFill>
          <a:ln/>
          <a:effectLst>
            <a:outerShdw sx="100000" sy="100000" kx="0" ky="0" algn="bl" rotWithShape="0" blurRad="127000" dist="38100" dir="5400000">
              <a:srgbClr val="4A1240">
                <a:alpha val="18000"/>
              </a:srgbClr>
            </a:outerShdw>
          </a:effectLst>
        </p:spPr>
      </p:sp>
      <p:sp>
        <p:nvSpPr>
          <p:cNvPr id="7" name="Verse"/>
          <p:cNvSpPr txBox="1"/>
          <p:nvPr/>
        </p:nvSpPr>
        <p:spPr>
          <a:xfrm>
            <a:off x="4434840" y="1828800"/>
            <a:ext cx="6766560" cy="3291840"/>
          </a:xfrm>
          <a:prstGeom prst="rect">
            <a:avLst/>
          </a:prstGeom>
          <a:noFill/>
          <a:ln/>
        </p:spPr>
        <p:txBody>
          <a:bodyPr wrap="square" lIns="0" tIns="0" rIns="0" bIns="0" rtlCol="0" anchor="ctr"/>
          <a:lstStyle/>
          <a:p>
            <a:pPr indent="0" marL="0">
              <a:lnSpc>
                <a:spcPct val="105000"/>
              </a:lnSpc>
              <a:buNone/>
            </a:pPr>
            <a:r>
              <a:rPr lang="en-US" sz="3200" dirty="0">
                <a:solidFill>
                  <a:schemeClr val="tx1"/>
                </a:solidFill>
              </a:rPr>
              <a:t>Get rid of all bitterness, rage and anger, brawling and slander, along with every form of malice.  Be kind and compassionate to one another…</a:t>
            </a:r>
            <a:endParaRPr lang="en-US" sz="3200" dirty="0"/>
          </a:p>
        </p:txBody>
      </p:sp>
      <p:sp>
        <p:nvSpPr>
          <p:cNvPr id="8" name="Reference"/>
          <p:cNvSpPr txBox="1"/>
          <p:nvPr/>
        </p:nvSpPr>
        <p:spPr>
          <a:xfrm>
            <a:off x="4434840" y="5257800"/>
            <a:ext cx="6766560" cy="548640"/>
          </a:xfrm>
          <a:prstGeom prst="rect">
            <a:avLst/>
          </a:prstGeom>
          <a:noFill/>
          <a:ln/>
        </p:spPr>
        <p:txBody>
          <a:bodyPr wrap="square" lIns="0" tIns="0" rIns="0" bIns="0" rtlCol="0" anchor="ctr"/>
          <a:lstStyle/>
          <a:p>
            <a:pPr indent="0" marL="0">
              <a:buNone/>
            </a:pPr>
            <a:r>
              <a:rPr lang="en-US" sz="2600" b="1" dirty="0">
                <a:solidFill>
                  <a:schemeClr val="accent1"/>
                </a:solidFill>
              </a:rPr>
              <a:t>Ephesians 4:31–32 (NIV)</a:t>
            </a:r>
            <a:endParaRPr lang="en-US" sz="2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9</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350" fill="hold"/>
                                        <p:tgtEl>
                                          <p:spTgt spid="4"/>
                                        </p:tgtEl>
                                        <p:attrNameLst>
                                          <p:attrName>ppt_w</p:attrName>
                                        </p:attrNameLst>
                                      </p:cBhvr>
                                      <p:tavLst>
                                        <p:tav tm="0">
                                          <p:val>
                                            <p:strVal val="0"/>
                                          </p:val>
                                        </p:tav>
                                        <p:tav tm="100000">
                                          <p:val>
                                            <p:strVal val="#ppt_w"/>
                                          </p:val>
                                        </p:tav>
                                      </p:tavLst>
                                    </p:anim>
                                    <p:anim calcmode="lin" valueType="num">
                                      <p:cBhvr additive="base">
                                        <p:cTn id="8" dur="350" fill="hold"/>
                                        <p:tgtEl>
                                          <p:spTgt spid="4"/>
                                        </p:tgtEl>
                                        <p:attrNameLst>
                                          <p:attrName>ppt_h</p:attrName>
                                        </p:attrNameLst>
                                      </p:cBhvr>
                                      <p:tavLst>
                                        <p:tav tm="0">
                                          <p:val>
                                            <p:strVal val="0"/>
                                          </p:val>
                                        </p:tav>
                                        <p:tav tm="100000">
                                          <p:val>
                                            <p:strVal val="#ppt_h"/>
                                          </p:val>
                                        </p:tav>
                                      </p:tavLst>
                                    </p:anim>
                                    <p:animEffect transition="in" filter="fade">
                                      <p:cBhvr>
                                        <p:cTn id="9" dur="3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350" fill="hold"/>
                                        <p:tgtEl>
                                          <p:spTgt spid="5"/>
                                        </p:tgtEl>
                                        <p:attrNameLst>
                                          <p:attrName>ppt_w</p:attrName>
                                        </p:attrNameLst>
                                      </p:cBhvr>
                                      <p:tavLst>
                                        <p:tav tm="0">
                                          <p:val>
                                            <p:strVal val="0"/>
                                          </p:val>
                                        </p:tav>
                                        <p:tav tm="100000">
                                          <p:val>
                                            <p:strVal val="#ppt_w"/>
                                          </p:val>
                                        </p:tav>
                                      </p:tavLst>
                                    </p:anim>
                                    <p:anim calcmode="lin" valueType="num">
                                      <p:cBhvr additive="base">
                                        <p:cTn id="13" dur="350" fill="hold"/>
                                        <p:tgtEl>
                                          <p:spTgt spid="5"/>
                                        </p:tgtEl>
                                        <p:attrNameLst>
                                          <p:attrName>ppt_h</p:attrName>
                                        </p:attrNameLst>
                                      </p:cBhvr>
                                      <p:tavLst>
                                        <p:tav tm="0">
                                          <p:val>
                                            <p:strVal val="0"/>
                                          </p:val>
                                        </p:tav>
                                        <p:tav tm="100000">
                                          <p:val>
                                            <p:strVal val="#ppt_h"/>
                                          </p:val>
                                        </p:tav>
                                      </p:tavLst>
                                    </p:anim>
                                    <p:animEffect transition="in" filter="fade">
                                      <p:cBhvr>
                                        <p:cTn id="14" dur="350"/>
                                        <p:tgtEl>
                                          <p:spTgt spid="5"/>
                                        </p:tgtEl>
                                      </p:cBhvr>
                                    </p:animEffect>
                                  </p:childTnLst>
                                </p:cTn>
                              </p:par>
                            </p:childTnLst>
                          </p:cTn>
                        </p:par>
                        <p:par>
                          <p:cTn id="15" fill="hold">
                            <p:stCondLst>
                              <p:cond delay="220"/>
                            </p:stCondLst>
                            <p:childTnLst>
                              <p:par>
                                <p:cTn id="16" presetID="42"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50"/>
                                        <p:tgtEl>
                                          <p:spTgt spid="6"/>
                                        </p:tgtEl>
                                      </p:cBhvr>
                                    </p:animEffect>
                                    <p:anim calcmode="lin" valueType="num">
                                      <p:cBhvr additive="base">
                                        <p:cTn id="19" dur="350" fill="hold"/>
                                        <p:tgtEl>
                                          <p:spTgt spid="6"/>
                                        </p:tgtEl>
                                        <p:attrNameLst>
                                          <p:attrName>ppt_x</p:attrName>
                                        </p:attrNameLst>
                                      </p:cBhvr>
                                      <p:tavLst>
                                        <p:tav tm="0">
                                          <p:val>
                                            <p:strVal val="#ppt_x"/>
                                          </p:val>
                                        </p:tav>
                                        <p:tav tm="100000">
                                          <p:val>
                                            <p:strVal val="#ppt_x"/>
                                          </p:val>
                                        </p:tav>
                                      </p:tavLst>
                                    </p:anim>
                                    <p:anim calcmode="lin" valueType="num">
                                      <p:cBhvr additive="base">
                                        <p:cTn id="20" dur="350" fill="hold"/>
                                        <p:tgtEl>
                                          <p:spTgt spid="6"/>
                                        </p:tgtEl>
                                        <p:attrNameLst>
                                          <p:attrName>ppt_y</p:attrName>
                                        </p:attrNameLst>
                                      </p:cBhvr>
                                      <p:tavLst>
                                        <p:tav tm="0">
                                          <p:val>
                                            <p:strVal val="#ppt_y+.06"/>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350"/>
                                        <p:tgtEl>
                                          <p:spTgt spid="7"/>
                                        </p:tgtEl>
                                      </p:cBhvr>
                                    </p:animEffect>
                                    <p:anim calcmode="lin" valueType="num">
                                      <p:cBhvr additive="base">
                                        <p:cTn id="24" dur="350" fill="hold"/>
                                        <p:tgtEl>
                                          <p:spTgt spid="7"/>
                                        </p:tgtEl>
                                        <p:attrNameLst>
                                          <p:attrName>ppt_x</p:attrName>
                                        </p:attrNameLst>
                                      </p:cBhvr>
                                      <p:tavLst>
                                        <p:tav tm="0">
                                          <p:val>
                                            <p:strVal val="#ppt_x"/>
                                          </p:val>
                                        </p:tav>
                                        <p:tav tm="100000">
                                          <p:val>
                                            <p:strVal val="#ppt_x"/>
                                          </p:val>
                                        </p:tav>
                                      </p:tavLst>
                                    </p:anim>
                                    <p:anim calcmode="lin" valueType="num">
                                      <p:cBhvr additive="base">
                                        <p:cTn id="25" dur="350" fill="hold"/>
                                        <p:tgtEl>
                                          <p:spTgt spid="7"/>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350"/>
                                        <p:tgtEl>
                                          <p:spTgt spid="8"/>
                                        </p:tgtEl>
                                      </p:cBhvr>
                                    </p:animEffect>
                                    <p:anim calcmode="lin" valueType="num">
                                      <p:cBhvr additive="base">
                                        <p:cTn id="29" dur="350" fill="hold"/>
                                        <p:tgtEl>
                                          <p:spTgt spid="8"/>
                                        </p:tgtEl>
                                        <p:attrNameLst>
                                          <p:attrName>ppt_x</p:attrName>
                                        </p:attrNameLst>
                                      </p:cBhvr>
                                      <p:tavLst>
                                        <p:tav tm="0">
                                          <p:val>
                                            <p:strVal val="#ppt_x"/>
                                          </p:val>
                                        </p:tav>
                                        <p:tav tm="100000">
                                          <p:val>
                                            <p:strVal val="#ppt_x"/>
                                          </p:val>
                                        </p:tav>
                                      </p:tavLst>
                                    </p:anim>
                                    <p:anim calcmode="lin" valueType="num">
                                      <p:cBhvr additive="base">
                                        <p:cTn id="30" dur="35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2"/>
                </a:solidFill>
                <a:latin typeface="Cambria" pitchFamily="34" charset="0"/>
                <a:ea typeface="Cambria" pitchFamily="34" charset="-122"/>
                <a:cs typeface="Cambria" pitchFamily="34" charset="-120"/>
              </a:rPr>
              <a:t>2.</a:t>
            </a:r>
            <a:endParaRPr lang="en-US" sz="25000" dirty="0"/>
          </a:p>
        </p:txBody>
      </p:sp>
      <p:sp>
        <p:nvSpPr>
          <p:cNvPr id="4" name="Section title"/>
          <p:cNvSpPr txBox="1"/>
          <p:nvPr/>
        </p:nvSpPr>
        <p:spPr>
          <a:xfrm>
            <a:off x="3749040" y="1737360"/>
            <a:ext cx="493776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Integrity</a:t>
            </a:r>
            <a:endParaRPr lang="en-US" sz="6000" dirty="0"/>
          </a:p>
        </p:txBody>
      </p:sp>
      <p:sp>
        <p:nvSpPr>
          <p:cNvPr id="5" name="Section icon"/>
          <p:cNvSpPr/>
          <p:nvPr/>
        </p:nvSpPr>
        <p:spPr>
          <a:xfrm>
            <a:off x="8915400" y="1874520"/>
            <a:ext cx="2926080" cy="2926080"/>
          </a:xfrm>
          <a:prstGeom prst="ellipse">
            <a:avLst/>
          </a:prstGeom>
          <a:solidFill>
            <a:schemeClr val="accent2"/>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50" fill="hold"/>
                                        <p:tgtEl>
                                          <p:spTgt spid="3"/>
                                        </p:tgtEl>
                                        <p:attrNameLst>
                                          <p:attrName>ppt_w</p:attrName>
                                        </p:attrNameLst>
                                      </p:cBhvr>
                                      <p:tavLst>
                                        <p:tav tm="0">
                                          <p:val>
                                            <p:strVal val="0"/>
                                          </p:val>
                                        </p:tav>
                                        <p:tav tm="100000">
                                          <p:val>
                                            <p:strVal val="#ppt_w"/>
                                          </p:val>
                                        </p:tav>
                                      </p:tavLst>
                                    </p:anim>
                                    <p:anim calcmode="lin" valueType="num">
                                      <p:cBhvr additive="base">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childTnLst>
                          </p:cTn>
                        </p:par>
                        <p:par>
                          <p:cTn id="10" fill="hold">
                            <p:stCondLst>
                              <p:cond delay="22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50"/>
                                        <p:tgtEl>
                                          <p:spTgt spid="4"/>
                                        </p:tgtEl>
                                      </p:cBhvr>
                                    </p:animEffect>
                                    <p:anim calcmode="lin" valueType="num">
                                      <p:cBhvr additive="base">
                                        <p:cTn id="14" dur="350" fill="hold"/>
                                        <p:tgtEl>
                                          <p:spTgt spid="4"/>
                                        </p:tgtEl>
                                        <p:attrNameLst>
                                          <p:attrName>ppt_x</p:attrName>
                                        </p:attrNameLst>
                                      </p:cBhvr>
                                      <p:tavLst>
                                        <p:tav tm="0">
                                          <p:val>
                                            <p:strVal val="#ppt_x"/>
                                          </p:val>
                                        </p:tav>
                                        <p:tav tm="100000">
                                          <p:val>
                                            <p:strVal val="#ppt_x"/>
                                          </p:val>
                                        </p:tav>
                                      </p:tavLst>
                                    </p:anim>
                                    <p:anim calcmode="lin" valueType="num">
                                      <p:cBhvr additive="base">
                                        <p:cTn id="15" dur="350" fill="hold"/>
                                        <p:tgtEl>
                                          <p:spTgt spid="4"/>
                                        </p:tgtEl>
                                        <p:attrNameLst>
                                          <p:attrName>ppt_y</p:attrName>
                                        </p:attrNameLst>
                                      </p:cBhvr>
                                      <p:tavLst>
                                        <p:tav tm="0">
                                          <p:val>
                                            <p:strVal val="#ppt_y+.06"/>
                                          </p:val>
                                        </p:tav>
                                        <p:tav tm="100000">
                                          <p:val>
                                            <p:strVal val="#ppt_y"/>
                                          </p:val>
                                        </p:tav>
                                      </p:tavLst>
                                    </p:anim>
                                  </p:childTnLst>
                                </p:cTn>
                              </p:par>
                            </p:childTnLst>
                          </p:cTn>
                        </p:par>
                        <p:par>
                          <p:cTn id="16" fill="hold">
                            <p:stCondLst>
                              <p:cond delay="44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350" fill="hold"/>
                                        <p:tgtEl>
                                          <p:spTgt spid="5"/>
                                        </p:tgtEl>
                                        <p:attrNameLst>
                                          <p:attrName>ppt_w</p:attrName>
                                        </p:attrNameLst>
                                      </p:cBhvr>
                                      <p:tavLst>
                                        <p:tav tm="0">
                                          <p:val>
                                            <p:strVal val="0"/>
                                          </p:val>
                                        </p:tav>
                                        <p:tav tm="100000">
                                          <p:val>
                                            <p:strVal val="#ppt_w"/>
                                          </p:val>
                                        </p:tav>
                                      </p:tavLst>
                                    </p:anim>
                                    <p:anim calcmode="lin" valueType="num">
                                      <p:cBhvr additive="base">
                                        <p:cTn id="20" dur="350" fill="hold"/>
                                        <p:tgtEl>
                                          <p:spTgt spid="5"/>
                                        </p:tgtEl>
                                        <p:attrNameLst>
                                          <p:attrName>ppt_h</p:attrName>
                                        </p:attrNameLst>
                                      </p:cBhvr>
                                      <p:tavLst>
                                        <p:tav tm="0">
                                          <p:val>
                                            <p:strVal val="0"/>
                                          </p:val>
                                        </p:tav>
                                        <p:tav tm="100000">
                                          <p:val>
                                            <p:strVal val="#ppt_h"/>
                                          </p:val>
                                        </p:tav>
                                      </p:tavLst>
                                    </p:anim>
                                    <p:animEffect transition="in" filter="fade">
                                      <p:cBhvr>
                                        <p:cTn id="21" dur="350"/>
                                        <p:tgtEl>
                                          <p:spTgt spid="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350" fill="hold"/>
                                        <p:tgtEl>
                                          <p:spTgt spid="6"/>
                                        </p:tgtEl>
                                        <p:attrNameLst>
                                          <p:attrName>ppt_w</p:attrName>
                                        </p:attrNameLst>
                                      </p:cBhvr>
                                      <p:tavLst>
                                        <p:tav tm="0">
                                          <p:val>
                                            <p:strVal val="0"/>
                                          </p:val>
                                        </p:tav>
                                        <p:tav tm="100000">
                                          <p:val>
                                            <p:strVal val="#ppt_w"/>
                                          </p:val>
                                        </p:tav>
                                      </p:tavLst>
                                    </p:anim>
                                    <p:anim calcmode="lin" valueType="num">
                                      <p:cBhvr additive="base">
                                        <p:cTn id="25" dur="350" fill="hold"/>
                                        <p:tgtEl>
                                          <p:spTgt spid="6"/>
                                        </p:tgtEl>
                                        <p:attrNameLst>
                                          <p:attrName>ppt_h</p:attrName>
                                        </p:attrNameLst>
                                      </p:cBhvr>
                                      <p:tavLst>
                                        <p:tav tm="0">
                                          <p:val>
                                            <p:strVal val="0"/>
                                          </p:val>
                                        </p:tav>
                                        <p:tav tm="100000">
                                          <p:val>
                                            <p:strVal val="#ppt_h"/>
                                          </p:val>
                                        </p:tav>
                                      </p:tavLst>
                                    </p:anim>
                                    <p:animEffect transition="in" filter="fade">
                                      <p:cBhvr>
                                        <p:cTn id="26"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Verse"/>
          <p:cNvSpPr txBox="1"/>
          <p:nvPr/>
        </p:nvSpPr>
        <p:spPr>
          <a:xfrm>
            <a:off x="822960" y="1371600"/>
            <a:ext cx="8229600" cy="4023360"/>
          </a:xfrm>
          <a:prstGeom prst="rect">
            <a:avLst/>
          </a:prstGeom>
          <a:noFill/>
          <a:ln/>
        </p:spPr>
        <p:txBody>
          <a:bodyPr wrap="square" lIns="0" tIns="0" rIns="0" bIns="0" rtlCol="0" anchor="ctr"/>
          <a:lstStyle/>
          <a:p>
            <a:pPr indent="0" marL="0">
              <a:lnSpc>
                <a:spcPct val="108000"/>
              </a:lnSpc>
              <a:spcAft>
                <a:spcPts val="600"/>
              </a:spcAft>
              <a:buNone/>
            </a:pPr>
            <a:r>
              <a:rPr lang="en-US" sz="3200" dirty="0">
                <a:solidFill>
                  <a:schemeClr val="bg1"/>
                </a:solidFill>
                <a:latin typeface="Cambria" pitchFamily="34" charset="0"/>
                <a:ea typeface="Cambria" pitchFamily="34" charset="-122"/>
                <a:cs typeface="Cambria" pitchFamily="34" charset="-120"/>
              </a:rPr>
              <a:t>Have nothing to do with godless myths and old wives' tales; rather, </a:t>
            </a:r>
            <a:pPr indent="0" marL="0">
              <a:lnSpc>
                <a:spcPct val="108000"/>
              </a:lnSpc>
              <a:spcAft>
                <a:spcPts val="600"/>
              </a:spcAft>
              <a:buNone/>
            </a:pPr>
            <a:r>
              <a:rPr lang="en-US" sz="3200" b="1" dirty="0">
                <a:solidFill>
                  <a:schemeClr val="accent6"/>
                </a:solidFill>
                <a:latin typeface="Cambria" pitchFamily="34" charset="0"/>
                <a:ea typeface="Cambria" pitchFamily="34" charset="-122"/>
                <a:cs typeface="Cambria" pitchFamily="34" charset="-120"/>
              </a:rPr>
              <a:t>train yourself to be godly</a:t>
            </a:r>
            <a:pPr indent="0" marL="0">
              <a:lnSpc>
                <a:spcPct val="108000"/>
              </a:lnSpc>
              <a:spcAft>
                <a:spcPts val="600"/>
              </a:spcAft>
              <a:buNone/>
            </a:pPr>
            <a:r>
              <a:rPr lang="en-US" sz="3200" dirty="0">
                <a:solidFill>
                  <a:schemeClr val="bg1"/>
                </a:solidFill>
                <a:latin typeface="Cambria" pitchFamily="34" charset="0"/>
                <a:ea typeface="Cambria" pitchFamily="34" charset="-122"/>
                <a:cs typeface="Cambria" pitchFamily="34" charset="-120"/>
              </a:rPr>
              <a:t>.  For physical training is of some value, but </a:t>
            </a:r>
            <a:pPr indent="0" marL="0">
              <a:lnSpc>
                <a:spcPct val="108000"/>
              </a:lnSpc>
              <a:spcAft>
                <a:spcPts val="600"/>
              </a:spcAft>
              <a:buNone/>
            </a:pPr>
            <a:r>
              <a:rPr lang="en-US" sz="3200" b="1" dirty="0">
                <a:solidFill>
                  <a:schemeClr val="accent6"/>
                </a:solidFill>
                <a:latin typeface="Cambria" pitchFamily="34" charset="0"/>
                <a:ea typeface="Cambria" pitchFamily="34" charset="-122"/>
                <a:cs typeface="Cambria" pitchFamily="34" charset="-120"/>
              </a:rPr>
              <a:t>godliness has value for all things</a:t>
            </a:r>
            <a:pPr indent="0" marL="0">
              <a:lnSpc>
                <a:spcPct val="108000"/>
              </a:lnSpc>
              <a:spcAft>
                <a:spcPts val="600"/>
              </a:spcAft>
              <a:buNone/>
            </a:pPr>
            <a:r>
              <a:rPr lang="en-US" sz="3200" dirty="0">
                <a:solidFill>
                  <a:schemeClr val="bg1"/>
                </a:solidFill>
                <a:latin typeface="Cambria" pitchFamily="34" charset="0"/>
                <a:ea typeface="Cambria" pitchFamily="34" charset="-122"/>
                <a:cs typeface="Cambria" pitchFamily="34" charset="-120"/>
              </a:rPr>
              <a:t>, holding promise for both the present life and the life to come.</a:t>
            </a:r>
            <a:endParaRPr lang="en-US" sz="3200" dirty="0"/>
          </a:p>
        </p:txBody>
      </p:sp>
      <p:sp>
        <p:nvSpPr>
          <p:cNvPr id="4"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6"/>
                </a:solidFill>
              </a:rPr>
              <a:t>1 Timothy 4:7–8 (NIV)</a:t>
            </a:r>
            <a:endParaRPr lang="en-US" sz="2800" dirty="0"/>
          </a:p>
        </p:txBody>
      </p:sp>
      <p:sp>
        <p:nvSpPr>
          <p:cNvPr id="5" name="Verse icon"/>
          <p:cNvSpPr/>
          <p:nvPr/>
        </p:nvSpPr>
        <p:spPr>
          <a:xfrm>
            <a:off x="9418320" y="2240280"/>
            <a:ext cx="2286000" cy="2286000"/>
          </a:xfrm>
          <a:prstGeom prst="ellipse">
            <a:avLst/>
          </a:prstGeom>
          <a:solidFill>
            <a:schemeClr val="accent2"/>
          </a:solidFill>
          <a:ln/>
        </p:spPr>
      </p:sp>
      <p:pic>
        <p:nvPicPr>
          <p:cNvPr id="6"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50" fill="hold"/>
                                        <p:tgtEl>
                                          <p:spTgt spid="5"/>
                                        </p:tgtEl>
                                        <p:attrNameLst>
                                          <p:attrName>ppt_w</p:attrName>
                                        </p:attrNameLst>
                                      </p:cBhvr>
                                      <p:tavLst>
                                        <p:tav tm="0">
                                          <p:val>
                                            <p:strVal val="0"/>
                                          </p:val>
                                        </p:tav>
                                        <p:tav tm="100000">
                                          <p:val>
                                            <p:strVal val="#ppt_w"/>
                                          </p:val>
                                        </p:tav>
                                      </p:tavLst>
                                    </p:anim>
                                    <p:anim calcmode="lin" valueType="num">
                                      <p:cBhvr additive="base">
                                        <p:cTn id="8" dur="350" fill="hold"/>
                                        <p:tgtEl>
                                          <p:spTgt spid="5"/>
                                        </p:tgtEl>
                                        <p:attrNameLst>
                                          <p:attrName>ppt_h</p:attrName>
                                        </p:attrNameLst>
                                      </p:cBhvr>
                                      <p:tavLst>
                                        <p:tav tm="0">
                                          <p:val>
                                            <p:strVal val="0"/>
                                          </p:val>
                                        </p:tav>
                                        <p:tav tm="100000">
                                          <p:val>
                                            <p:strVal val="#ppt_h"/>
                                          </p:val>
                                        </p:tav>
                                      </p:tavLst>
                                    </p:anim>
                                    <p:animEffect transition="in" filter="fade">
                                      <p:cBhvr>
                                        <p:cTn id="9" dur="35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50" fill="hold"/>
                                        <p:tgtEl>
                                          <p:spTgt spid="6"/>
                                        </p:tgtEl>
                                        <p:attrNameLst>
                                          <p:attrName>ppt_w</p:attrName>
                                        </p:attrNameLst>
                                      </p:cBhvr>
                                      <p:tavLst>
                                        <p:tav tm="0">
                                          <p:val>
                                            <p:strVal val="0"/>
                                          </p:val>
                                        </p:tav>
                                        <p:tav tm="100000">
                                          <p:val>
                                            <p:strVal val="#ppt_w"/>
                                          </p:val>
                                        </p:tav>
                                      </p:tavLst>
                                    </p:anim>
                                    <p:anim calcmode="lin" valueType="num">
                                      <p:cBhvr additive="base">
                                        <p:cTn id="13" dur="350" fill="hold"/>
                                        <p:tgtEl>
                                          <p:spTgt spid="6"/>
                                        </p:tgtEl>
                                        <p:attrNameLst>
                                          <p:attrName>ppt_h</p:attrName>
                                        </p:attrNameLst>
                                      </p:cBhvr>
                                      <p:tavLst>
                                        <p:tav tm="0">
                                          <p:val>
                                            <p:strVal val="0"/>
                                          </p:val>
                                        </p:tav>
                                        <p:tav tm="100000">
                                          <p:val>
                                            <p:strVal val="#ppt_h"/>
                                          </p:val>
                                        </p:tav>
                                      </p:tavLst>
                                    </p:anim>
                                    <p:animEffect transition="in" filter="fade">
                                      <p:cBhvr>
                                        <p:cTn id="14" dur="350"/>
                                        <p:tgtEl>
                                          <p:spTgt spid="6"/>
                                        </p:tgtEl>
                                      </p:cBhvr>
                                    </p:animEffect>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300"/>
                                        <p:tgtEl>
                                          <p:spTgt spid="3"/>
                                        </p:tgtEl>
                                      </p:cBhvr>
                                    </p:animEffect>
                                  </p:childTnLst>
                                </p:cTn>
                              </p:par>
                            </p:childTnLst>
                          </p:cTn>
                        </p:par>
                        <p:par>
                          <p:cTn id="19" fill="hold">
                            <p:stCondLst>
                              <p:cond delay="440"/>
                            </p:stCondLst>
                            <p:childTnLst>
                              <p:par>
                                <p:cTn id="20" presetID="10"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Walking in integrity and godliness</a:t>
            </a:r>
            <a:endParaRPr lang="en-US" sz="4000" dirty="0"/>
          </a:p>
        </p:txBody>
      </p:sp>
      <p:sp>
        <p:nvSpPr>
          <p:cNvPr id="4" name="Row 0"/>
          <p:cNvSpPr/>
          <p:nvPr/>
        </p:nvSpPr>
        <p:spPr>
          <a:xfrm>
            <a:off x="548640" y="1600200"/>
            <a:ext cx="11064240" cy="1234440"/>
          </a:xfrm>
          <a:prstGeom prst="roundRect">
            <a:avLst>
              <a:gd name="adj" fmla="val 14815"/>
            </a:avLst>
          </a:prstGeom>
          <a:solidFill>
            <a:schemeClr val="bg2"/>
          </a:solidFill>
          <a:ln/>
        </p:spPr>
      </p:sp>
      <p:sp>
        <p:nvSpPr>
          <p:cNvPr id="5" name="Row icon 0"/>
          <p:cNvSpPr/>
          <p:nvPr/>
        </p:nvSpPr>
        <p:spPr>
          <a:xfrm>
            <a:off x="777240" y="1737360"/>
            <a:ext cx="960120" cy="960120"/>
          </a:xfrm>
          <a:prstGeom prst="ellipse">
            <a:avLst/>
          </a:prstGeom>
          <a:solidFill>
            <a:schemeClr val="accent2"/>
          </a:solidFill>
          <a:ln/>
        </p:spPr>
      </p:sp>
      <p:pic>
        <p:nvPicPr>
          <p:cNvPr id="6" name="Row icon 0 glyph" descr="preencoded.png">    </p:cNvPr>
          <p:cNvPicPr>
            <a:picLocks noChangeAspect="1"/>
          </p:cNvPicPr>
          <p:nvPr/>
        </p:nvPicPr>
        <p:blipFill>
          <a:blip r:embed="rId1"/>
          <a:stretch>
            <a:fillRect/>
          </a:stretch>
        </p:blipFill>
        <p:spPr>
          <a:xfrm>
            <a:off x="1007669" y="1967789"/>
            <a:ext cx="499262" cy="499262"/>
          </a:xfrm>
          <a:prstGeom prst="rect">
            <a:avLst/>
          </a:prstGeom>
        </p:spPr>
      </p:pic>
      <p:sp>
        <p:nvSpPr>
          <p:cNvPr id="7" name="Row text 0"/>
          <p:cNvSpPr txBox="1"/>
          <p:nvPr/>
        </p:nvSpPr>
        <p:spPr>
          <a:xfrm>
            <a:off x="2011680" y="1600200"/>
            <a:ext cx="9418320" cy="1234440"/>
          </a:xfrm>
          <a:prstGeom prst="rect">
            <a:avLst/>
          </a:prstGeom>
          <a:noFill/>
          <a:ln/>
        </p:spPr>
        <p:txBody>
          <a:bodyPr wrap="square" lIns="0" tIns="0" rIns="0" bIns="0" rtlCol="0" anchor="ctr"/>
          <a:lstStyle/>
          <a:p>
            <a:pPr indent="0" marL="0">
              <a:buNone/>
            </a:pPr>
            <a:r>
              <a:rPr lang="en-US" sz="3200" b="1" dirty="0">
                <a:solidFill>
                  <a:schemeClr val="tx2"/>
                </a:solidFill>
              </a:rPr>
              <a:t>The Bible says, </a:t>
            </a:r>
            <a:pPr indent="0" marL="0">
              <a:buNone/>
            </a:pPr>
            <a:r>
              <a:rPr lang="en-US" sz="3200" b="1" i="1" dirty="0">
                <a:solidFill>
                  <a:schemeClr val="tx2"/>
                </a:solidFill>
              </a:rPr>
              <a:t>“Train yourself to be godly.”</a:t>
            </a:r>
            <a:endParaRPr lang="en-US" sz="3200" dirty="0"/>
          </a:p>
        </p:txBody>
      </p:sp>
      <p:sp>
        <p:nvSpPr>
          <p:cNvPr id="8" name="Row 1"/>
          <p:cNvSpPr/>
          <p:nvPr/>
        </p:nvSpPr>
        <p:spPr>
          <a:xfrm>
            <a:off x="548640" y="3063240"/>
            <a:ext cx="11064240" cy="1234440"/>
          </a:xfrm>
          <a:prstGeom prst="roundRect">
            <a:avLst>
              <a:gd name="adj" fmla="val 14815"/>
            </a:avLst>
          </a:prstGeom>
          <a:solidFill>
            <a:schemeClr val="bg2"/>
          </a:solidFill>
          <a:ln/>
        </p:spPr>
      </p:sp>
      <p:sp>
        <p:nvSpPr>
          <p:cNvPr id="9" name="Row icon 1"/>
          <p:cNvSpPr/>
          <p:nvPr/>
        </p:nvSpPr>
        <p:spPr>
          <a:xfrm>
            <a:off x="777240" y="3200400"/>
            <a:ext cx="960120" cy="960120"/>
          </a:xfrm>
          <a:prstGeom prst="ellipse">
            <a:avLst/>
          </a:prstGeom>
          <a:solidFill>
            <a:schemeClr val="accent2"/>
          </a:solidFill>
          <a:ln/>
        </p:spPr>
      </p:sp>
      <p:pic>
        <p:nvPicPr>
          <p:cNvPr id="10" name="Row icon 1 glyph" descr="preencoded.png">    </p:cNvPr>
          <p:cNvPicPr>
            <a:picLocks noChangeAspect="1"/>
          </p:cNvPicPr>
          <p:nvPr/>
        </p:nvPicPr>
        <p:blipFill>
          <a:blip r:embed="rId2"/>
          <a:stretch>
            <a:fillRect/>
          </a:stretch>
        </p:blipFill>
        <p:spPr>
          <a:xfrm>
            <a:off x="1007669" y="3430829"/>
            <a:ext cx="499262" cy="499262"/>
          </a:xfrm>
          <a:prstGeom prst="rect">
            <a:avLst/>
          </a:prstGeom>
        </p:spPr>
      </p:pic>
      <p:sp>
        <p:nvSpPr>
          <p:cNvPr id="11" name="Row text 1"/>
          <p:cNvSpPr txBox="1"/>
          <p:nvPr/>
        </p:nvSpPr>
        <p:spPr>
          <a:xfrm>
            <a:off x="2011680" y="3063240"/>
            <a:ext cx="9418320" cy="1234440"/>
          </a:xfrm>
          <a:prstGeom prst="rect">
            <a:avLst/>
          </a:prstGeom>
          <a:noFill/>
          <a:ln/>
        </p:spPr>
        <p:txBody>
          <a:bodyPr wrap="square" lIns="0" tIns="0" rIns="0" bIns="0" rtlCol="0" anchor="ctr"/>
          <a:lstStyle/>
          <a:p>
            <a:pPr indent="0" marL="0">
              <a:buNone/>
            </a:pPr>
            <a:r>
              <a:rPr lang="en-US" sz="3200" b="1" dirty="0">
                <a:solidFill>
                  <a:schemeClr val="tx2"/>
                </a:solidFill>
              </a:rPr>
              <a:t>To be godly means to live a God centered life</a:t>
            </a:r>
            <a:endParaRPr lang="en-US" sz="3200" dirty="0"/>
          </a:p>
        </p:txBody>
      </p:sp>
      <p:sp>
        <p:nvSpPr>
          <p:cNvPr id="12" name="Row 2"/>
          <p:cNvSpPr/>
          <p:nvPr/>
        </p:nvSpPr>
        <p:spPr>
          <a:xfrm>
            <a:off x="548640" y="4526280"/>
            <a:ext cx="11064240" cy="1234440"/>
          </a:xfrm>
          <a:prstGeom prst="roundRect">
            <a:avLst>
              <a:gd name="adj" fmla="val 14815"/>
            </a:avLst>
          </a:prstGeom>
          <a:solidFill>
            <a:schemeClr val="bg2"/>
          </a:solidFill>
          <a:ln/>
        </p:spPr>
      </p:sp>
      <p:sp>
        <p:nvSpPr>
          <p:cNvPr id="13" name="Row icon 2"/>
          <p:cNvSpPr/>
          <p:nvPr/>
        </p:nvSpPr>
        <p:spPr>
          <a:xfrm>
            <a:off x="777240" y="4663440"/>
            <a:ext cx="960120" cy="960120"/>
          </a:xfrm>
          <a:prstGeom prst="ellipse">
            <a:avLst/>
          </a:prstGeom>
          <a:solidFill>
            <a:schemeClr val="accent2"/>
          </a:solidFill>
          <a:ln/>
        </p:spPr>
      </p:sp>
      <p:pic>
        <p:nvPicPr>
          <p:cNvPr id="14" name="Row icon 2 glyph" descr="preencoded.png">    </p:cNvPr>
          <p:cNvPicPr>
            <a:picLocks noChangeAspect="1"/>
          </p:cNvPicPr>
          <p:nvPr/>
        </p:nvPicPr>
        <p:blipFill>
          <a:blip r:embed="rId3"/>
          <a:stretch>
            <a:fillRect/>
          </a:stretch>
        </p:blipFill>
        <p:spPr>
          <a:xfrm>
            <a:off x="1007669" y="4893869"/>
            <a:ext cx="499262" cy="499262"/>
          </a:xfrm>
          <a:prstGeom prst="rect">
            <a:avLst/>
          </a:prstGeom>
        </p:spPr>
      </p:pic>
      <p:sp>
        <p:nvSpPr>
          <p:cNvPr id="15" name="Row text 2"/>
          <p:cNvSpPr txBox="1"/>
          <p:nvPr/>
        </p:nvSpPr>
        <p:spPr>
          <a:xfrm>
            <a:off x="2011680" y="4526280"/>
            <a:ext cx="9418320" cy="1234440"/>
          </a:xfrm>
          <a:prstGeom prst="rect">
            <a:avLst/>
          </a:prstGeom>
          <a:noFill/>
          <a:ln/>
        </p:spPr>
        <p:txBody>
          <a:bodyPr wrap="square" lIns="0" tIns="0" rIns="0" bIns="0" rtlCol="0" anchor="ctr"/>
          <a:lstStyle/>
          <a:p>
            <a:pPr indent="0" marL="0">
              <a:buNone/>
            </a:pPr>
            <a:r>
              <a:rPr lang="en-US" sz="3200" b="1" dirty="0">
                <a:solidFill>
                  <a:schemeClr val="tx2"/>
                </a:solidFill>
              </a:rPr>
              <a:t>Integrity is the quality of being upright morally</a:t>
            </a:r>
            <a:endParaRPr lang="en-US" sz="32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12</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anim calcmode="lin" valueType="num">
                                      <p:cBhvr additive="base">
                                        <p:cTn id="8" dur="350" fill="hold"/>
                                        <p:tgtEl>
                                          <p:spTgt spid="4"/>
                                        </p:tgtEl>
                                        <p:attrNameLst>
                                          <p:attrName>ppt_x</p:attrName>
                                        </p:attrNameLst>
                                      </p:cBhvr>
                                      <p:tavLst>
                                        <p:tav tm="0">
                                          <p:val>
                                            <p:strVal val="#ppt_x"/>
                                          </p:val>
                                        </p:tav>
                                        <p:tav tm="100000">
                                          <p:val>
                                            <p:strVal val="#ppt_x"/>
                                          </p:val>
                                        </p:tav>
                                      </p:tavLst>
                                    </p:anim>
                                    <p:anim calcmode="lin" valueType="num">
                                      <p:cBhvr additive="base">
                                        <p:cTn id="9" dur="350" fill="hold"/>
                                        <p:tgtEl>
                                          <p:spTgt spid="4"/>
                                        </p:tgtEl>
                                        <p:attrNameLst>
                                          <p:attrName>ppt_y</p:attrName>
                                        </p:attrNameLst>
                                      </p:cBhvr>
                                      <p:tavLst>
                                        <p:tav tm="0">
                                          <p:val>
                                            <p:strVal val="#ppt_y+.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p:tgtEl>
                                          <p:spTgt spid="5"/>
                                        </p:tgtEl>
                                      </p:cBhvr>
                                    </p:animEffect>
                                    <p:anim calcmode="lin" valueType="num">
                                      <p:cBhvr additive="base">
                                        <p:cTn id="13" dur="350" fill="hold"/>
                                        <p:tgtEl>
                                          <p:spTgt spid="5"/>
                                        </p:tgtEl>
                                        <p:attrNameLst>
                                          <p:attrName>ppt_x</p:attrName>
                                        </p:attrNameLst>
                                      </p:cBhvr>
                                      <p:tavLst>
                                        <p:tav tm="0">
                                          <p:val>
                                            <p:strVal val="#ppt_x"/>
                                          </p:val>
                                        </p:tav>
                                        <p:tav tm="100000">
                                          <p:val>
                                            <p:strVal val="#ppt_x"/>
                                          </p:val>
                                        </p:tav>
                                      </p:tavLst>
                                    </p:anim>
                                    <p:anim calcmode="lin" valueType="num">
                                      <p:cBhvr additive="base">
                                        <p:cTn id="14" dur="350" fill="hold"/>
                                        <p:tgtEl>
                                          <p:spTgt spid="5"/>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50"/>
                                        <p:tgtEl>
                                          <p:spTgt spid="6"/>
                                        </p:tgtEl>
                                      </p:cBhvr>
                                    </p:animEffect>
                                    <p:anim calcmode="lin" valueType="num">
                                      <p:cBhvr additive="base">
                                        <p:cTn id="18" dur="350" fill="hold"/>
                                        <p:tgtEl>
                                          <p:spTgt spid="6"/>
                                        </p:tgtEl>
                                        <p:attrNameLst>
                                          <p:attrName>ppt_x</p:attrName>
                                        </p:attrNameLst>
                                      </p:cBhvr>
                                      <p:tavLst>
                                        <p:tav tm="0">
                                          <p:val>
                                            <p:strVal val="#ppt_x"/>
                                          </p:val>
                                        </p:tav>
                                        <p:tav tm="100000">
                                          <p:val>
                                            <p:strVal val="#ppt_x"/>
                                          </p:val>
                                        </p:tav>
                                      </p:tavLst>
                                    </p:anim>
                                    <p:anim calcmode="lin" valueType="num">
                                      <p:cBhvr additive="base">
                                        <p:cTn id="19" dur="350" fill="hold"/>
                                        <p:tgtEl>
                                          <p:spTgt spid="6"/>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50"/>
                                        <p:tgtEl>
                                          <p:spTgt spid="7"/>
                                        </p:tgtEl>
                                      </p:cBhvr>
                                    </p:animEffect>
                                    <p:anim calcmode="lin" valueType="num">
                                      <p:cBhvr additive="base">
                                        <p:cTn id="23" dur="350" fill="hold"/>
                                        <p:tgtEl>
                                          <p:spTgt spid="7"/>
                                        </p:tgtEl>
                                        <p:attrNameLst>
                                          <p:attrName>ppt_x</p:attrName>
                                        </p:attrNameLst>
                                      </p:cBhvr>
                                      <p:tavLst>
                                        <p:tav tm="0">
                                          <p:val>
                                            <p:strVal val="#ppt_x"/>
                                          </p:val>
                                        </p:tav>
                                        <p:tav tm="100000">
                                          <p:val>
                                            <p:strVal val="#ppt_x"/>
                                          </p:val>
                                        </p:tav>
                                      </p:tavLst>
                                    </p:anim>
                                    <p:anim calcmode="lin" valueType="num">
                                      <p:cBhvr additive="base">
                                        <p:cTn id="24" dur="350" fill="hold"/>
                                        <p:tgtEl>
                                          <p:spTgt spid="7"/>
                                        </p:tgtEl>
                                        <p:attrNameLst>
                                          <p:attrName>ppt_y</p:attrName>
                                        </p:attrNameLst>
                                      </p:cBhvr>
                                      <p:tavLst>
                                        <p:tav tm="0">
                                          <p:val>
                                            <p:strVal val="#ppt_y+.06"/>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anim calcmode="lin" valueType="num">
                                      <p:cBhvr additive="base">
                                        <p:cTn id="30" dur="350" fill="hold"/>
                                        <p:tgtEl>
                                          <p:spTgt spid="8"/>
                                        </p:tgtEl>
                                        <p:attrNameLst>
                                          <p:attrName>ppt_x</p:attrName>
                                        </p:attrNameLst>
                                      </p:cBhvr>
                                      <p:tavLst>
                                        <p:tav tm="0">
                                          <p:val>
                                            <p:strVal val="#ppt_x"/>
                                          </p:val>
                                        </p:tav>
                                        <p:tav tm="100000">
                                          <p:val>
                                            <p:strVal val="#ppt_x"/>
                                          </p:val>
                                        </p:tav>
                                      </p:tavLst>
                                    </p:anim>
                                    <p:anim calcmode="lin" valueType="num">
                                      <p:cBhvr additive="base">
                                        <p:cTn id="31" dur="350" fill="hold"/>
                                        <p:tgtEl>
                                          <p:spTgt spid="8"/>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350"/>
                                        <p:tgtEl>
                                          <p:spTgt spid="9"/>
                                        </p:tgtEl>
                                      </p:cBhvr>
                                    </p:animEffect>
                                    <p:anim calcmode="lin" valueType="num">
                                      <p:cBhvr additive="base">
                                        <p:cTn id="35" dur="350" fill="hold"/>
                                        <p:tgtEl>
                                          <p:spTgt spid="9"/>
                                        </p:tgtEl>
                                        <p:attrNameLst>
                                          <p:attrName>ppt_x</p:attrName>
                                        </p:attrNameLst>
                                      </p:cBhvr>
                                      <p:tavLst>
                                        <p:tav tm="0">
                                          <p:val>
                                            <p:strVal val="#ppt_x"/>
                                          </p:val>
                                        </p:tav>
                                        <p:tav tm="100000">
                                          <p:val>
                                            <p:strVal val="#ppt_x"/>
                                          </p:val>
                                        </p:tav>
                                      </p:tavLst>
                                    </p:anim>
                                    <p:anim calcmode="lin" valueType="num">
                                      <p:cBhvr additive="base">
                                        <p:cTn id="36" dur="350" fill="hold"/>
                                        <p:tgtEl>
                                          <p:spTgt spid="9"/>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350"/>
                                        <p:tgtEl>
                                          <p:spTgt spid="10"/>
                                        </p:tgtEl>
                                      </p:cBhvr>
                                    </p:animEffect>
                                    <p:anim calcmode="lin" valueType="num">
                                      <p:cBhvr additive="base">
                                        <p:cTn id="40" dur="350" fill="hold"/>
                                        <p:tgtEl>
                                          <p:spTgt spid="10"/>
                                        </p:tgtEl>
                                        <p:attrNameLst>
                                          <p:attrName>ppt_x</p:attrName>
                                        </p:attrNameLst>
                                      </p:cBhvr>
                                      <p:tavLst>
                                        <p:tav tm="0">
                                          <p:val>
                                            <p:strVal val="#ppt_x"/>
                                          </p:val>
                                        </p:tav>
                                        <p:tav tm="100000">
                                          <p:val>
                                            <p:strVal val="#ppt_x"/>
                                          </p:val>
                                        </p:tav>
                                      </p:tavLst>
                                    </p:anim>
                                    <p:anim calcmode="lin" valueType="num">
                                      <p:cBhvr additive="base">
                                        <p:cTn id="41" dur="350" fill="hold"/>
                                        <p:tgtEl>
                                          <p:spTgt spid="10"/>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ppt_x</p:attrName>
                                        </p:attrNameLst>
                                      </p:cBhvr>
                                      <p:tavLst>
                                        <p:tav tm="0">
                                          <p:val>
                                            <p:strVal val="#ppt_x"/>
                                          </p:val>
                                        </p:tav>
                                        <p:tav tm="100000">
                                          <p:val>
                                            <p:strVal val="#ppt_x"/>
                                          </p:val>
                                        </p:tav>
                                      </p:tavLst>
                                    </p:anim>
                                    <p:anim calcmode="lin" valueType="num">
                                      <p:cBhvr additive="base">
                                        <p:cTn id="46" dur="35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50"/>
                                        <p:tgtEl>
                                          <p:spTgt spid="12"/>
                                        </p:tgtEl>
                                      </p:cBhvr>
                                    </p:animEffect>
                                    <p:anim calcmode="lin" valueType="num">
                                      <p:cBhvr additive="base">
                                        <p:cTn id="52" dur="350" fill="hold"/>
                                        <p:tgtEl>
                                          <p:spTgt spid="12"/>
                                        </p:tgtEl>
                                        <p:attrNameLst>
                                          <p:attrName>ppt_x</p:attrName>
                                        </p:attrNameLst>
                                      </p:cBhvr>
                                      <p:tavLst>
                                        <p:tav tm="0">
                                          <p:val>
                                            <p:strVal val="#ppt_x"/>
                                          </p:val>
                                        </p:tav>
                                        <p:tav tm="100000">
                                          <p:val>
                                            <p:strVal val="#ppt_x"/>
                                          </p:val>
                                        </p:tav>
                                      </p:tavLst>
                                    </p:anim>
                                    <p:anim calcmode="lin" valueType="num">
                                      <p:cBhvr additive="base">
                                        <p:cTn id="53" dur="350" fill="hold"/>
                                        <p:tgtEl>
                                          <p:spTgt spid="12"/>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350"/>
                                        <p:tgtEl>
                                          <p:spTgt spid="13"/>
                                        </p:tgtEl>
                                      </p:cBhvr>
                                    </p:animEffect>
                                    <p:anim calcmode="lin" valueType="num">
                                      <p:cBhvr additive="base">
                                        <p:cTn id="57" dur="350" fill="hold"/>
                                        <p:tgtEl>
                                          <p:spTgt spid="13"/>
                                        </p:tgtEl>
                                        <p:attrNameLst>
                                          <p:attrName>ppt_x</p:attrName>
                                        </p:attrNameLst>
                                      </p:cBhvr>
                                      <p:tavLst>
                                        <p:tav tm="0">
                                          <p:val>
                                            <p:strVal val="#ppt_x"/>
                                          </p:val>
                                        </p:tav>
                                        <p:tav tm="100000">
                                          <p:val>
                                            <p:strVal val="#ppt_x"/>
                                          </p:val>
                                        </p:tav>
                                      </p:tavLst>
                                    </p:anim>
                                    <p:anim calcmode="lin" valueType="num">
                                      <p:cBhvr additive="base">
                                        <p:cTn id="58" dur="350" fill="hold"/>
                                        <p:tgtEl>
                                          <p:spTgt spid="13"/>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350"/>
                                        <p:tgtEl>
                                          <p:spTgt spid="14"/>
                                        </p:tgtEl>
                                      </p:cBhvr>
                                    </p:animEffect>
                                    <p:anim calcmode="lin" valueType="num">
                                      <p:cBhvr additive="base">
                                        <p:cTn id="62" dur="350" fill="hold"/>
                                        <p:tgtEl>
                                          <p:spTgt spid="14"/>
                                        </p:tgtEl>
                                        <p:attrNameLst>
                                          <p:attrName>ppt_x</p:attrName>
                                        </p:attrNameLst>
                                      </p:cBhvr>
                                      <p:tavLst>
                                        <p:tav tm="0">
                                          <p:val>
                                            <p:strVal val="#ppt_x"/>
                                          </p:val>
                                        </p:tav>
                                        <p:tav tm="100000">
                                          <p:val>
                                            <p:strVal val="#ppt_x"/>
                                          </p:val>
                                        </p:tav>
                                      </p:tavLst>
                                    </p:anim>
                                    <p:anim calcmode="lin" valueType="num">
                                      <p:cBhvr additive="base">
                                        <p:cTn id="63" dur="350" fill="hold"/>
                                        <p:tgtEl>
                                          <p:spTgt spid="14"/>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350"/>
                                        <p:tgtEl>
                                          <p:spTgt spid="15"/>
                                        </p:tgtEl>
                                      </p:cBhvr>
                                    </p:animEffect>
                                    <p:anim calcmode="lin" valueType="num">
                                      <p:cBhvr additive="base">
                                        <p:cTn id="67" dur="350" fill="hold"/>
                                        <p:tgtEl>
                                          <p:spTgt spid="15"/>
                                        </p:tgtEl>
                                        <p:attrNameLst>
                                          <p:attrName>ppt_x</p:attrName>
                                        </p:attrNameLst>
                                      </p:cBhvr>
                                      <p:tavLst>
                                        <p:tav tm="0">
                                          <p:val>
                                            <p:strVal val="#ppt_x"/>
                                          </p:val>
                                        </p:tav>
                                        <p:tav tm="100000">
                                          <p:val>
                                            <p:strVal val="#ppt_x"/>
                                          </p:val>
                                        </p:tav>
                                      </p:tavLst>
                                    </p:anim>
                                    <p:anim calcmode="lin" valueType="num">
                                      <p:cBhvr additive="base">
                                        <p:cTn id="68" dur="350" fill="hold"/>
                                        <p:tgtEl>
                                          <p:spTgt spid="1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tatement icon"/>
          <p:cNvSpPr/>
          <p:nvPr/>
        </p:nvSpPr>
        <p:spPr>
          <a:xfrm>
            <a:off x="822960" y="1737360"/>
            <a:ext cx="3108960" cy="3108960"/>
          </a:xfrm>
          <a:prstGeom prst="ellipse">
            <a:avLst/>
          </a:prstGeom>
          <a:solidFill>
            <a:schemeClr val="accent4"/>
          </a:solidFill>
          <a:ln/>
        </p:spPr>
      </p:sp>
      <p:pic>
        <p:nvPicPr>
          <p:cNvPr id="4" name="Statement icon glyph" descr="preencoded.png">    </p:cNvPr>
          <p:cNvPicPr>
            <a:picLocks noChangeAspect="1"/>
          </p:cNvPicPr>
          <p:nvPr/>
        </p:nvPicPr>
        <p:blipFill>
          <a:blip r:embed="rId1"/>
          <a:stretch>
            <a:fillRect/>
          </a:stretch>
        </p:blipFill>
        <p:spPr>
          <a:xfrm>
            <a:off x="1569110" y="2483510"/>
            <a:ext cx="1616659" cy="1616659"/>
          </a:xfrm>
          <a:prstGeom prst="rect">
            <a:avLst/>
          </a:prstGeom>
        </p:spPr>
      </p:pic>
      <p:sp>
        <p:nvSpPr>
          <p:cNvPr id="5" name="Lead-in"/>
          <p:cNvSpPr txBox="1"/>
          <p:nvPr/>
        </p:nvSpPr>
        <p:spPr>
          <a:xfrm>
            <a:off x="4572000" y="1005840"/>
            <a:ext cx="6949440" cy="2194560"/>
          </a:xfrm>
          <a:prstGeom prst="rect">
            <a:avLst/>
          </a:prstGeom>
          <a:noFill/>
          <a:ln/>
        </p:spPr>
        <p:txBody>
          <a:bodyPr wrap="square" lIns="0" tIns="0" rIns="0" bIns="0" rtlCol="0" anchor="b"/>
          <a:lstStyle/>
          <a:p>
            <a:pPr indent="0" marL="0">
              <a:buNone/>
            </a:pPr>
            <a:r>
              <a:rPr lang="en-US" sz="4000" dirty="0">
                <a:solidFill>
                  <a:schemeClr val="tx2"/>
                </a:solidFill>
                <a:latin typeface="Cambria" pitchFamily="34" charset="0"/>
                <a:ea typeface="Cambria" pitchFamily="34" charset="-122"/>
                <a:cs typeface="Cambria" pitchFamily="34" charset="-120"/>
              </a:rPr>
              <a:t>To live in integrity means to live on what is right all the time.</a:t>
            </a:r>
            <a:endParaRPr lang="en-US" sz="4000" dirty="0"/>
          </a:p>
        </p:txBody>
      </p:sp>
      <p:sp>
        <p:nvSpPr>
          <p:cNvPr id="6" name="Key phrase"/>
          <p:cNvSpPr txBox="1"/>
          <p:nvPr/>
        </p:nvSpPr>
        <p:spPr>
          <a:xfrm>
            <a:off x="4572000" y="3383280"/>
            <a:ext cx="6949440" cy="2194560"/>
          </a:xfrm>
          <a:prstGeom prst="rect">
            <a:avLst/>
          </a:prstGeom>
          <a:noFill/>
          <a:ln/>
        </p:spPr>
        <p:txBody>
          <a:bodyPr wrap="square" lIns="0" tIns="0" rIns="0" bIns="0" rtlCol="0" anchor="t"/>
          <a:lstStyle/>
          <a:p>
            <a:pPr indent="0" marL="0">
              <a:buNone/>
            </a:pPr>
            <a:r>
              <a:rPr lang="en-US" sz="5800" b="1" u="sng" dirty="0">
                <a:solidFill>
                  <a:schemeClr val="accent4"/>
                </a:solidFill>
                <a:latin typeface="Cambria" pitchFamily="34" charset="0"/>
                <a:ea typeface="Cambria" pitchFamily="34" charset="-122"/>
                <a:cs typeface="Cambria" pitchFamily="34" charset="-120"/>
              </a:rPr>
              <a:t>No compromise</a:t>
            </a:r>
            <a:pPr indent="0" marL="0">
              <a:buNone/>
            </a:pPr>
            <a:r>
              <a:rPr lang="en-US" sz="5800" b="1" dirty="0">
                <a:solidFill>
                  <a:schemeClr val="accent4"/>
                </a:solidFill>
                <a:latin typeface="Cambria" pitchFamily="34" charset="0"/>
                <a:ea typeface="Cambria" pitchFamily="34" charset="-122"/>
                <a:cs typeface="Cambria" pitchFamily="34" charset="-120"/>
              </a:rPr>
              <a:t> with sin.</a:t>
            </a:r>
            <a:endParaRPr lang="en-US" sz="58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13</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50" fill="hold"/>
                                        <p:tgtEl>
                                          <p:spTgt spid="3"/>
                                        </p:tgtEl>
                                        <p:attrNameLst>
                                          <p:attrName>ppt_w</p:attrName>
                                        </p:attrNameLst>
                                      </p:cBhvr>
                                      <p:tavLst>
                                        <p:tav tm="0">
                                          <p:val>
                                            <p:strVal val="0"/>
                                          </p:val>
                                        </p:tav>
                                        <p:tav tm="100000">
                                          <p:val>
                                            <p:strVal val="#ppt_w"/>
                                          </p:val>
                                        </p:tav>
                                      </p:tavLst>
                                    </p:anim>
                                    <p:anim calcmode="lin" valueType="num">
                                      <p:cBhvr additive="base">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350" fill="hold"/>
                                        <p:tgtEl>
                                          <p:spTgt spid="4"/>
                                        </p:tgtEl>
                                        <p:attrNameLst>
                                          <p:attrName>ppt_w</p:attrName>
                                        </p:attrNameLst>
                                      </p:cBhvr>
                                      <p:tavLst>
                                        <p:tav tm="0">
                                          <p:val>
                                            <p:strVal val="0"/>
                                          </p:val>
                                        </p:tav>
                                        <p:tav tm="100000">
                                          <p:val>
                                            <p:strVal val="#ppt_w"/>
                                          </p:val>
                                        </p:tav>
                                      </p:tavLst>
                                    </p:anim>
                                    <p:anim calcmode="lin" valueType="num">
                                      <p:cBhvr additive="base">
                                        <p:cTn id="13" dur="350" fill="hold"/>
                                        <p:tgtEl>
                                          <p:spTgt spid="4"/>
                                        </p:tgtEl>
                                        <p:attrNameLst>
                                          <p:attrName>ppt_h</p:attrName>
                                        </p:attrNameLst>
                                      </p:cBhvr>
                                      <p:tavLst>
                                        <p:tav tm="0">
                                          <p:val>
                                            <p:strVal val="0"/>
                                          </p:val>
                                        </p:tav>
                                        <p:tav tm="100000">
                                          <p:val>
                                            <p:strVal val="#ppt_h"/>
                                          </p:val>
                                        </p:tav>
                                      </p:tavLst>
                                    </p:anim>
                                    <p:animEffect transition="in" filter="fade">
                                      <p:cBhvr>
                                        <p:cTn id="14" dur="350"/>
                                        <p:tgtEl>
                                          <p:spTgt spid="4"/>
                                        </p:tgtEl>
                                      </p:cBhvr>
                                    </p:animEffect>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00"/>
                                        <p:tgtEl>
                                          <p:spTgt spid="5"/>
                                        </p:tgtEl>
                                      </p:cBhvr>
                                    </p:animEffect>
                                  </p:childTnLst>
                                </p:cTn>
                              </p:par>
                            </p:childTnLst>
                          </p:cTn>
                        </p:par>
                        <p:par>
                          <p:cTn id="19" fill="hold">
                            <p:stCondLst>
                              <p:cond delay="440"/>
                            </p:stCondLst>
                            <p:childTnLst>
                              <p:par>
                                <p:cTn id="20" presetID="42"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50"/>
                                        <p:tgtEl>
                                          <p:spTgt spid="6"/>
                                        </p:tgtEl>
                                      </p:cBhvr>
                                    </p:animEffect>
                                    <p:anim calcmode="lin" valueType="num">
                                      <p:cBhvr additive="base">
                                        <p:cTn id="23" dur="350" fill="hold"/>
                                        <p:tgtEl>
                                          <p:spTgt spid="6"/>
                                        </p:tgtEl>
                                        <p:attrNameLst>
                                          <p:attrName>ppt_x</p:attrName>
                                        </p:attrNameLst>
                                      </p:cBhvr>
                                      <p:tavLst>
                                        <p:tav tm="0">
                                          <p:val>
                                            <p:strVal val="#ppt_x"/>
                                          </p:val>
                                        </p:tav>
                                        <p:tav tm="100000">
                                          <p:val>
                                            <p:strVal val="#ppt_x"/>
                                          </p:val>
                                        </p:tav>
                                      </p:tavLst>
                                    </p:anim>
                                    <p:anim calcmode="lin" valueType="num">
                                      <p:cBhvr additive="base">
                                        <p:cTn id="24" dur="350" fill="hold"/>
                                        <p:tgtEl>
                                          <p:spTgt spid="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3"/>
                </a:solidFill>
                <a:latin typeface="Cambria" pitchFamily="34" charset="0"/>
                <a:ea typeface="Cambria" pitchFamily="34" charset="-122"/>
                <a:cs typeface="Cambria" pitchFamily="34" charset="-120"/>
              </a:rPr>
              <a:t>3.</a:t>
            </a:r>
            <a:endParaRPr lang="en-US" sz="25000" dirty="0"/>
          </a:p>
        </p:txBody>
      </p:sp>
      <p:sp>
        <p:nvSpPr>
          <p:cNvPr id="4" name="Section title"/>
          <p:cNvSpPr txBox="1"/>
          <p:nvPr/>
        </p:nvSpPr>
        <p:spPr>
          <a:xfrm>
            <a:off x="3749040" y="1737360"/>
            <a:ext cx="493776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Spirituality</a:t>
            </a:r>
            <a:endParaRPr lang="en-US" sz="6000" dirty="0"/>
          </a:p>
        </p:txBody>
      </p:sp>
      <p:sp>
        <p:nvSpPr>
          <p:cNvPr id="5" name="Section icon"/>
          <p:cNvSpPr/>
          <p:nvPr/>
        </p:nvSpPr>
        <p:spPr>
          <a:xfrm>
            <a:off x="8915400" y="1874520"/>
            <a:ext cx="2926080" cy="2926080"/>
          </a:xfrm>
          <a:prstGeom prst="ellipse">
            <a:avLst/>
          </a:prstGeom>
          <a:solidFill>
            <a:schemeClr val="accent3"/>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50" fill="hold"/>
                                        <p:tgtEl>
                                          <p:spTgt spid="3"/>
                                        </p:tgtEl>
                                        <p:attrNameLst>
                                          <p:attrName>ppt_w</p:attrName>
                                        </p:attrNameLst>
                                      </p:cBhvr>
                                      <p:tavLst>
                                        <p:tav tm="0">
                                          <p:val>
                                            <p:strVal val="0"/>
                                          </p:val>
                                        </p:tav>
                                        <p:tav tm="100000">
                                          <p:val>
                                            <p:strVal val="#ppt_w"/>
                                          </p:val>
                                        </p:tav>
                                      </p:tavLst>
                                    </p:anim>
                                    <p:anim calcmode="lin" valueType="num">
                                      <p:cBhvr additive="base">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childTnLst>
                          </p:cTn>
                        </p:par>
                        <p:par>
                          <p:cTn id="10" fill="hold">
                            <p:stCondLst>
                              <p:cond delay="22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50"/>
                                        <p:tgtEl>
                                          <p:spTgt spid="4"/>
                                        </p:tgtEl>
                                      </p:cBhvr>
                                    </p:animEffect>
                                    <p:anim calcmode="lin" valueType="num">
                                      <p:cBhvr additive="base">
                                        <p:cTn id="14" dur="350" fill="hold"/>
                                        <p:tgtEl>
                                          <p:spTgt spid="4"/>
                                        </p:tgtEl>
                                        <p:attrNameLst>
                                          <p:attrName>ppt_x</p:attrName>
                                        </p:attrNameLst>
                                      </p:cBhvr>
                                      <p:tavLst>
                                        <p:tav tm="0">
                                          <p:val>
                                            <p:strVal val="#ppt_x"/>
                                          </p:val>
                                        </p:tav>
                                        <p:tav tm="100000">
                                          <p:val>
                                            <p:strVal val="#ppt_x"/>
                                          </p:val>
                                        </p:tav>
                                      </p:tavLst>
                                    </p:anim>
                                    <p:anim calcmode="lin" valueType="num">
                                      <p:cBhvr additive="base">
                                        <p:cTn id="15" dur="350" fill="hold"/>
                                        <p:tgtEl>
                                          <p:spTgt spid="4"/>
                                        </p:tgtEl>
                                        <p:attrNameLst>
                                          <p:attrName>ppt_y</p:attrName>
                                        </p:attrNameLst>
                                      </p:cBhvr>
                                      <p:tavLst>
                                        <p:tav tm="0">
                                          <p:val>
                                            <p:strVal val="#ppt_y+.06"/>
                                          </p:val>
                                        </p:tav>
                                        <p:tav tm="100000">
                                          <p:val>
                                            <p:strVal val="#ppt_y"/>
                                          </p:val>
                                        </p:tav>
                                      </p:tavLst>
                                    </p:anim>
                                  </p:childTnLst>
                                </p:cTn>
                              </p:par>
                            </p:childTnLst>
                          </p:cTn>
                        </p:par>
                        <p:par>
                          <p:cTn id="16" fill="hold">
                            <p:stCondLst>
                              <p:cond delay="44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350" fill="hold"/>
                                        <p:tgtEl>
                                          <p:spTgt spid="5"/>
                                        </p:tgtEl>
                                        <p:attrNameLst>
                                          <p:attrName>ppt_w</p:attrName>
                                        </p:attrNameLst>
                                      </p:cBhvr>
                                      <p:tavLst>
                                        <p:tav tm="0">
                                          <p:val>
                                            <p:strVal val="0"/>
                                          </p:val>
                                        </p:tav>
                                        <p:tav tm="100000">
                                          <p:val>
                                            <p:strVal val="#ppt_w"/>
                                          </p:val>
                                        </p:tav>
                                      </p:tavLst>
                                    </p:anim>
                                    <p:anim calcmode="lin" valueType="num">
                                      <p:cBhvr additive="base">
                                        <p:cTn id="20" dur="350" fill="hold"/>
                                        <p:tgtEl>
                                          <p:spTgt spid="5"/>
                                        </p:tgtEl>
                                        <p:attrNameLst>
                                          <p:attrName>ppt_h</p:attrName>
                                        </p:attrNameLst>
                                      </p:cBhvr>
                                      <p:tavLst>
                                        <p:tav tm="0">
                                          <p:val>
                                            <p:strVal val="0"/>
                                          </p:val>
                                        </p:tav>
                                        <p:tav tm="100000">
                                          <p:val>
                                            <p:strVal val="#ppt_h"/>
                                          </p:val>
                                        </p:tav>
                                      </p:tavLst>
                                    </p:anim>
                                    <p:animEffect transition="in" filter="fade">
                                      <p:cBhvr>
                                        <p:cTn id="21" dur="350"/>
                                        <p:tgtEl>
                                          <p:spTgt spid="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350" fill="hold"/>
                                        <p:tgtEl>
                                          <p:spTgt spid="6"/>
                                        </p:tgtEl>
                                        <p:attrNameLst>
                                          <p:attrName>ppt_w</p:attrName>
                                        </p:attrNameLst>
                                      </p:cBhvr>
                                      <p:tavLst>
                                        <p:tav tm="0">
                                          <p:val>
                                            <p:strVal val="0"/>
                                          </p:val>
                                        </p:tav>
                                        <p:tav tm="100000">
                                          <p:val>
                                            <p:strVal val="#ppt_w"/>
                                          </p:val>
                                        </p:tav>
                                      </p:tavLst>
                                    </p:anim>
                                    <p:anim calcmode="lin" valueType="num">
                                      <p:cBhvr additive="base">
                                        <p:cTn id="25" dur="350" fill="hold"/>
                                        <p:tgtEl>
                                          <p:spTgt spid="6"/>
                                        </p:tgtEl>
                                        <p:attrNameLst>
                                          <p:attrName>ppt_h</p:attrName>
                                        </p:attrNameLst>
                                      </p:cBhvr>
                                      <p:tavLst>
                                        <p:tav tm="0">
                                          <p:val>
                                            <p:strVal val="0"/>
                                          </p:val>
                                        </p:tav>
                                        <p:tav tm="100000">
                                          <p:val>
                                            <p:strVal val="#ppt_h"/>
                                          </p:val>
                                        </p:tav>
                                      </p:tavLst>
                                    </p:anim>
                                    <p:animEffect transition="in" filter="fade">
                                      <p:cBhvr>
                                        <p:cTn id="26"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Quote mark"/>
          <p:cNvSpPr txBox="1"/>
          <p:nvPr/>
        </p:nvSpPr>
        <p:spPr>
          <a:xfrm>
            <a:off x="640080" y="320040"/>
            <a:ext cx="1463040" cy="1463040"/>
          </a:xfrm>
          <a:prstGeom prst="rect">
            <a:avLst/>
          </a:prstGeom>
          <a:noFill/>
          <a:ln/>
        </p:spPr>
        <p:txBody>
          <a:bodyPr wrap="square" lIns="0" tIns="0" rIns="0" bIns="0" rtlCol="0" anchor="ctr"/>
          <a:lstStyle/>
          <a:p>
            <a:pPr indent="0" marL="0">
              <a:buNone/>
            </a:pPr>
            <a:r>
              <a:rPr lang="en-US" sz="15000" b="1" dirty="0">
                <a:solidFill>
                  <a:schemeClr val="accent1"/>
                </a:solidFill>
                <a:latin typeface="Cambria" pitchFamily="34" charset="0"/>
                <a:ea typeface="Cambria" pitchFamily="34" charset="-122"/>
                <a:cs typeface="Cambria" pitchFamily="34" charset="-120"/>
              </a:rPr>
              <a:t>“</a:t>
            </a:r>
            <a:endParaRPr lang="en-US" sz="15000" dirty="0"/>
          </a:p>
        </p:txBody>
      </p:sp>
      <p:sp>
        <p:nvSpPr>
          <p:cNvPr id="4" name="Verse"/>
          <p:cNvSpPr txBox="1"/>
          <p:nvPr/>
        </p:nvSpPr>
        <p:spPr>
          <a:xfrm>
            <a:off x="822960" y="1463040"/>
            <a:ext cx="5852160" cy="3840480"/>
          </a:xfrm>
          <a:prstGeom prst="rect">
            <a:avLst/>
          </a:prstGeom>
          <a:noFill/>
          <a:ln/>
        </p:spPr>
        <p:txBody>
          <a:bodyPr wrap="square" lIns="0" tIns="0" rIns="0" bIns="0" rtlCol="0" anchor="ctr"/>
          <a:lstStyle/>
          <a:p>
            <a:pPr indent="0" marL="0">
              <a:lnSpc>
                <a:spcPct val="108000"/>
              </a:lnSpc>
              <a:buNone/>
            </a:pPr>
            <a:r>
              <a:rPr lang="en-US" sz="3800" dirty="0">
                <a:solidFill>
                  <a:schemeClr val="bg1"/>
                </a:solidFill>
                <a:latin typeface="Cambria" pitchFamily="34" charset="0"/>
                <a:ea typeface="Cambria" pitchFamily="34" charset="-122"/>
                <a:cs typeface="Cambria" pitchFamily="34" charset="-120"/>
              </a:rPr>
              <a:t>You are the light of the world—like a city on a mountain, glowing in the night for all to see.</a:t>
            </a:r>
            <a:endParaRPr lang="en-US" sz="3800" dirty="0"/>
          </a:p>
        </p:txBody>
      </p:sp>
      <p:sp>
        <p:nvSpPr>
          <p:cNvPr id="5" name="Reference"/>
          <p:cNvSpPr txBox="1"/>
          <p:nvPr/>
        </p:nvSpPr>
        <p:spPr>
          <a:xfrm>
            <a:off x="822960" y="5532120"/>
            <a:ext cx="5852160" cy="640080"/>
          </a:xfrm>
          <a:prstGeom prst="rect">
            <a:avLst/>
          </a:prstGeom>
          <a:noFill/>
          <a:ln/>
        </p:spPr>
        <p:txBody>
          <a:bodyPr wrap="square" lIns="0" tIns="0" rIns="0" bIns="0" rtlCol="0" anchor="ctr"/>
          <a:lstStyle/>
          <a:p>
            <a:pPr indent="0" marL="0">
              <a:buNone/>
            </a:pPr>
            <a:r>
              <a:rPr lang="en-US" sz="2800" b="1" dirty="0">
                <a:solidFill>
                  <a:schemeClr val="accent6"/>
                </a:solidFill>
              </a:rPr>
              <a:t>Matthew 5:14 (NLT)</a:t>
            </a:r>
            <a:endParaRPr lang="en-US" sz="28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childTnLst>
                          </p:cTn>
                        </p:par>
                        <p:par>
                          <p:cTn id="8" fill="hold">
                            <p:stCondLst>
                              <p:cond delay="22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tatement"/>
          <p:cNvSpPr txBox="1"/>
          <p:nvPr/>
        </p:nvSpPr>
        <p:spPr>
          <a:xfrm>
            <a:off x="548640" y="548640"/>
            <a:ext cx="11064240" cy="2377440"/>
          </a:xfrm>
          <a:prstGeom prst="rect">
            <a:avLst/>
          </a:prstGeom>
          <a:noFill/>
          <a:ln/>
        </p:spPr>
        <p:txBody>
          <a:bodyPr wrap="square" lIns="0" tIns="0" rIns="0" bIns="0" rtlCol="0" anchor="ctr"/>
          <a:lstStyle/>
          <a:p>
            <a:pPr algn="ctr" indent="0" marL="0">
              <a:buNone/>
            </a:pPr>
            <a:r>
              <a:rPr lang="en-US" sz="4400" b="1" dirty="0">
                <a:solidFill>
                  <a:schemeClr val="tx2"/>
                </a:solidFill>
                <a:latin typeface="Cambria" pitchFamily="34" charset="0"/>
                <a:ea typeface="Cambria" pitchFamily="34" charset="-122"/>
                <a:cs typeface="Cambria" pitchFamily="34" charset="-120"/>
              </a:rPr>
              <a:t>Sowing spirituality means you are bringing the presence of God into your home, school and workplace</a:t>
            </a:r>
            <a:endParaRPr lang="en-US" sz="4400" dirty="0"/>
          </a:p>
        </p:txBody>
      </p:sp>
      <p:sp>
        <p:nvSpPr>
          <p:cNvPr id="4" name="home icon"/>
          <p:cNvSpPr/>
          <p:nvPr/>
        </p:nvSpPr>
        <p:spPr>
          <a:xfrm>
            <a:off x="1828800" y="3429000"/>
            <a:ext cx="2011680" cy="2011680"/>
          </a:xfrm>
          <a:prstGeom prst="ellipse">
            <a:avLst/>
          </a:prstGeom>
          <a:solidFill>
            <a:schemeClr val="accent3"/>
          </a:solidFill>
          <a:ln/>
        </p:spPr>
      </p:sp>
      <p:pic>
        <p:nvPicPr>
          <p:cNvPr id="5" name="home icon glyph" descr="preencoded.png">    </p:cNvPr>
          <p:cNvPicPr>
            <a:picLocks noChangeAspect="1"/>
          </p:cNvPicPr>
          <p:nvPr/>
        </p:nvPicPr>
        <p:blipFill>
          <a:blip r:embed="rId1"/>
          <a:stretch>
            <a:fillRect/>
          </a:stretch>
        </p:blipFill>
        <p:spPr>
          <a:xfrm>
            <a:off x="2311603" y="3911803"/>
            <a:ext cx="1046074" cy="1046074"/>
          </a:xfrm>
          <a:prstGeom prst="rect">
            <a:avLst/>
          </a:prstGeom>
        </p:spPr>
      </p:pic>
      <p:sp>
        <p:nvSpPr>
          <p:cNvPr id="6" name="school icon"/>
          <p:cNvSpPr/>
          <p:nvPr/>
        </p:nvSpPr>
        <p:spPr>
          <a:xfrm>
            <a:off x="5120640" y="3429000"/>
            <a:ext cx="2011680" cy="2011680"/>
          </a:xfrm>
          <a:prstGeom prst="ellipse">
            <a:avLst/>
          </a:prstGeom>
          <a:solidFill>
            <a:schemeClr val="accent3"/>
          </a:solidFill>
          <a:ln/>
        </p:spPr>
      </p:sp>
      <p:pic>
        <p:nvPicPr>
          <p:cNvPr id="7" name="school icon glyph" descr="preencoded.png">    </p:cNvPr>
          <p:cNvPicPr>
            <a:picLocks noChangeAspect="1"/>
          </p:cNvPicPr>
          <p:nvPr/>
        </p:nvPicPr>
        <p:blipFill>
          <a:blip r:embed="rId2"/>
          <a:stretch>
            <a:fillRect/>
          </a:stretch>
        </p:blipFill>
        <p:spPr>
          <a:xfrm>
            <a:off x="5603443" y="3911803"/>
            <a:ext cx="1046074" cy="1046074"/>
          </a:xfrm>
          <a:prstGeom prst="rect">
            <a:avLst/>
          </a:prstGeom>
        </p:spPr>
      </p:pic>
      <p:sp>
        <p:nvSpPr>
          <p:cNvPr id="8" name="work icon"/>
          <p:cNvSpPr/>
          <p:nvPr/>
        </p:nvSpPr>
        <p:spPr>
          <a:xfrm>
            <a:off x="8412480" y="3429000"/>
            <a:ext cx="2011680" cy="2011680"/>
          </a:xfrm>
          <a:prstGeom prst="ellipse">
            <a:avLst/>
          </a:prstGeom>
          <a:solidFill>
            <a:schemeClr val="accent3"/>
          </a:solidFill>
          <a:ln/>
        </p:spPr>
      </p:sp>
      <p:pic>
        <p:nvPicPr>
          <p:cNvPr id="9" name="work icon glyph" descr="preencoded.png">    </p:cNvPr>
          <p:cNvPicPr>
            <a:picLocks noChangeAspect="1"/>
          </p:cNvPicPr>
          <p:nvPr/>
        </p:nvPicPr>
        <p:blipFill>
          <a:blip r:embed="rId3"/>
          <a:stretch>
            <a:fillRect/>
          </a:stretch>
        </p:blipFill>
        <p:spPr>
          <a:xfrm>
            <a:off x="8895283" y="3911803"/>
            <a:ext cx="1046074" cy="1046074"/>
          </a:xfrm>
          <a:prstGeom prst="rect">
            <a:avLst/>
          </a:prstGeom>
        </p:spPr>
      </p:pic>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16</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par>
                          <p:cTn id="8" fill="hold">
                            <p:stCondLst>
                              <p:cond delay="220"/>
                            </p:stCondLst>
                            <p:childTnLst>
                              <p:par>
                                <p:cTn id="9" presetID="53" presetClass="entr" presetSubtype="1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50" fill="hold"/>
                                        <p:tgtEl>
                                          <p:spTgt spid="4"/>
                                        </p:tgtEl>
                                        <p:attrNameLst>
                                          <p:attrName>ppt_w</p:attrName>
                                        </p:attrNameLst>
                                      </p:cBhvr>
                                      <p:tavLst>
                                        <p:tav tm="0">
                                          <p:val>
                                            <p:strVal val="0"/>
                                          </p:val>
                                        </p:tav>
                                        <p:tav tm="100000">
                                          <p:val>
                                            <p:strVal val="#ppt_w"/>
                                          </p:val>
                                        </p:tav>
                                      </p:tavLst>
                                    </p:anim>
                                    <p:anim calcmode="lin" valueType="num">
                                      <p:cBhvr additive="base">
                                        <p:cTn id="12" dur="350" fill="hold"/>
                                        <p:tgtEl>
                                          <p:spTgt spid="4"/>
                                        </p:tgtEl>
                                        <p:attrNameLst>
                                          <p:attrName>ppt_h</p:attrName>
                                        </p:attrNameLst>
                                      </p:cBhvr>
                                      <p:tavLst>
                                        <p:tav tm="0">
                                          <p:val>
                                            <p:strVal val="0"/>
                                          </p:val>
                                        </p:tav>
                                        <p:tav tm="100000">
                                          <p:val>
                                            <p:strVal val="#ppt_h"/>
                                          </p:val>
                                        </p:tav>
                                      </p:tavLst>
                                    </p:anim>
                                    <p:animEffect transition="in" filter="fade">
                                      <p:cBhvr>
                                        <p:cTn id="13" dur="350"/>
                                        <p:tgtEl>
                                          <p:spTgt spid="4"/>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350" fill="hold"/>
                                        <p:tgtEl>
                                          <p:spTgt spid="5"/>
                                        </p:tgtEl>
                                        <p:attrNameLst>
                                          <p:attrName>ppt_w</p:attrName>
                                        </p:attrNameLst>
                                      </p:cBhvr>
                                      <p:tavLst>
                                        <p:tav tm="0">
                                          <p:val>
                                            <p:strVal val="0"/>
                                          </p:val>
                                        </p:tav>
                                        <p:tav tm="100000">
                                          <p:val>
                                            <p:strVal val="#ppt_w"/>
                                          </p:val>
                                        </p:tav>
                                      </p:tavLst>
                                    </p:anim>
                                    <p:anim calcmode="lin" valueType="num">
                                      <p:cBhvr additive="base">
                                        <p:cTn id="17" dur="350" fill="hold"/>
                                        <p:tgtEl>
                                          <p:spTgt spid="5"/>
                                        </p:tgtEl>
                                        <p:attrNameLst>
                                          <p:attrName>ppt_h</p:attrName>
                                        </p:attrNameLst>
                                      </p:cBhvr>
                                      <p:tavLst>
                                        <p:tav tm="0">
                                          <p:val>
                                            <p:strVal val="0"/>
                                          </p:val>
                                        </p:tav>
                                        <p:tav tm="100000">
                                          <p:val>
                                            <p:strVal val="#ppt_h"/>
                                          </p:val>
                                        </p:tav>
                                      </p:tavLst>
                                    </p:anim>
                                    <p:animEffect transition="in" filter="fade">
                                      <p:cBhvr>
                                        <p:cTn id="18" dur="350"/>
                                        <p:tgtEl>
                                          <p:spTgt spid="5"/>
                                        </p:tgtEl>
                                      </p:cBhvr>
                                    </p:animEffect>
                                  </p:childTnLst>
                                </p:cTn>
                              </p:par>
                            </p:childTnLst>
                          </p:cTn>
                        </p:par>
                        <p:par>
                          <p:cTn id="19" fill="hold">
                            <p:stCondLst>
                              <p:cond delay="440"/>
                            </p:stCondLst>
                            <p:childTnLst>
                              <p:par>
                                <p:cTn id="20" presetID="53" presetClass="entr" presetSubtype="16"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350" fill="hold"/>
                                        <p:tgtEl>
                                          <p:spTgt spid="6"/>
                                        </p:tgtEl>
                                        <p:attrNameLst>
                                          <p:attrName>ppt_w</p:attrName>
                                        </p:attrNameLst>
                                      </p:cBhvr>
                                      <p:tavLst>
                                        <p:tav tm="0">
                                          <p:val>
                                            <p:strVal val="0"/>
                                          </p:val>
                                        </p:tav>
                                        <p:tav tm="100000">
                                          <p:val>
                                            <p:strVal val="#ppt_w"/>
                                          </p:val>
                                        </p:tav>
                                      </p:tavLst>
                                    </p:anim>
                                    <p:anim calcmode="lin" valueType="num">
                                      <p:cBhvr additive="base">
                                        <p:cTn id="23" dur="350" fill="hold"/>
                                        <p:tgtEl>
                                          <p:spTgt spid="6"/>
                                        </p:tgtEl>
                                        <p:attrNameLst>
                                          <p:attrName>ppt_h</p:attrName>
                                        </p:attrNameLst>
                                      </p:cBhvr>
                                      <p:tavLst>
                                        <p:tav tm="0">
                                          <p:val>
                                            <p:strVal val="0"/>
                                          </p:val>
                                        </p:tav>
                                        <p:tav tm="100000">
                                          <p:val>
                                            <p:strVal val="#ppt_h"/>
                                          </p:val>
                                        </p:tav>
                                      </p:tavLst>
                                    </p:anim>
                                    <p:animEffect transition="in" filter="fade">
                                      <p:cBhvr>
                                        <p:cTn id="24" dur="350"/>
                                        <p:tgtEl>
                                          <p:spTgt spid="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350" fill="hold"/>
                                        <p:tgtEl>
                                          <p:spTgt spid="7"/>
                                        </p:tgtEl>
                                        <p:attrNameLst>
                                          <p:attrName>ppt_w</p:attrName>
                                        </p:attrNameLst>
                                      </p:cBhvr>
                                      <p:tavLst>
                                        <p:tav tm="0">
                                          <p:val>
                                            <p:strVal val="0"/>
                                          </p:val>
                                        </p:tav>
                                        <p:tav tm="100000">
                                          <p:val>
                                            <p:strVal val="#ppt_w"/>
                                          </p:val>
                                        </p:tav>
                                      </p:tavLst>
                                    </p:anim>
                                    <p:anim calcmode="lin" valueType="num">
                                      <p:cBhvr additive="base">
                                        <p:cTn id="28" dur="350" fill="hold"/>
                                        <p:tgtEl>
                                          <p:spTgt spid="7"/>
                                        </p:tgtEl>
                                        <p:attrNameLst>
                                          <p:attrName>ppt_h</p:attrName>
                                        </p:attrNameLst>
                                      </p:cBhvr>
                                      <p:tavLst>
                                        <p:tav tm="0">
                                          <p:val>
                                            <p:strVal val="0"/>
                                          </p:val>
                                        </p:tav>
                                        <p:tav tm="100000">
                                          <p:val>
                                            <p:strVal val="#ppt_h"/>
                                          </p:val>
                                        </p:tav>
                                      </p:tavLst>
                                    </p:anim>
                                    <p:animEffect transition="in" filter="fade">
                                      <p:cBhvr>
                                        <p:cTn id="29" dur="350"/>
                                        <p:tgtEl>
                                          <p:spTgt spid="7"/>
                                        </p:tgtEl>
                                      </p:cBhvr>
                                    </p:animEffect>
                                  </p:childTnLst>
                                </p:cTn>
                              </p:par>
                            </p:childTnLst>
                          </p:cTn>
                        </p:par>
                        <p:par>
                          <p:cTn id="30" fill="hold">
                            <p:stCondLst>
                              <p:cond delay="660"/>
                            </p:stCondLst>
                            <p:childTnLst>
                              <p:par>
                                <p:cTn id="31" presetID="53" presetClass="entr" presetSubtype="16"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350" fill="hold"/>
                                        <p:tgtEl>
                                          <p:spTgt spid="8"/>
                                        </p:tgtEl>
                                        <p:attrNameLst>
                                          <p:attrName>ppt_w</p:attrName>
                                        </p:attrNameLst>
                                      </p:cBhvr>
                                      <p:tavLst>
                                        <p:tav tm="0">
                                          <p:val>
                                            <p:strVal val="0"/>
                                          </p:val>
                                        </p:tav>
                                        <p:tav tm="100000">
                                          <p:val>
                                            <p:strVal val="#ppt_w"/>
                                          </p:val>
                                        </p:tav>
                                      </p:tavLst>
                                    </p:anim>
                                    <p:anim calcmode="lin" valueType="num">
                                      <p:cBhvr additive="base">
                                        <p:cTn id="34" dur="350" fill="hold"/>
                                        <p:tgtEl>
                                          <p:spTgt spid="8"/>
                                        </p:tgtEl>
                                        <p:attrNameLst>
                                          <p:attrName>ppt_h</p:attrName>
                                        </p:attrNameLst>
                                      </p:cBhvr>
                                      <p:tavLst>
                                        <p:tav tm="0">
                                          <p:val>
                                            <p:strVal val="0"/>
                                          </p:val>
                                        </p:tav>
                                        <p:tav tm="100000">
                                          <p:val>
                                            <p:strVal val="#ppt_h"/>
                                          </p:val>
                                        </p:tav>
                                      </p:tavLst>
                                    </p:anim>
                                    <p:animEffect transition="in" filter="fade">
                                      <p:cBhvr>
                                        <p:cTn id="35" dur="350"/>
                                        <p:tgtEl>
                                          <p:spTgt spid="8"/>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350" fill="hold"/>
                                        <p:tgtEl>
                                          <p:spTgt spid="9"/>
                                        </p:tgtEl>
                                        <p:attrNameLst>
                                          <p:attrName>ppt_w</p:attrName>
                                        </p:attrNameLst>
                                      </p:cBhvr>
                                      <p:tavLst>
                                        <p:tav tm="0">
                                          <p:val>
                                            <p:strVal val="0"/>
                                          </p:val>
                                        </p:tav>
                                        <p:tav tm="100000">
                                          <p:val>
                                            <p:strVal val="#ppt_w"/>
                                          </p:val>
                                        </p:tav>
                                      </p:tavLst>
                                    </p:anim>
                                    <p:anim calcmode="lin" valueType="num">
                                      <p:cBhvr additive="base">
                                        <p:cTn id="39" dur="350" fill="hold"/>
                                        <p:tgtEl>
                                          <p:spTgt spid="9"/>
                                        </p:tgtEl>
                                        <p:attrNameLst>
                                          <p:attrName>ppt_h</p:attrName>
                                        </p:attrNameLst>
                                      </p:cBhvr>
                                      <p:tavLst>
                                        <p:tav tm="0">
                                          <p:val>
                                            <p:strVal val="0"/>
                                          </p:val>
                                        </p:tav>
                                        <p:tav tm="100000">
                                          <p:val>
                                            <p:strVal val="#ppt_h"/>
                                          </p:val>
                                        </p:tav>
                                      </p:tavLst>
                                    </p:anim>
                                    <p:animEffect transition="in" filter="fade">
                                      <p:cBhvr>
                                        <p:cTn id="40"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How to sow spirituality?</a:t>
            </a:r>
            <a:endParaRPr lang="en-US" sz="4000" dirty="0"/>
          </a:p>
        </p:txBody>
      </p:sp>
      <p:sp>
        <p:nvSpPr>
          <p:cNvPr id="4" name="I card"/>
          <p:cNvSpPr/>
          <p:nvPr/>
        </p:nvSpPr>
        <p:spPr>
          <a:xfrm>
            <a:off x="548640" y="1554480"/>
            <a:ext cx="5394960" cy="2057400"/>
          </a:xfrm>
          <a:prstGeom prst="roundRect">
            <a:avLst>
              <a:gd name="adj" fmla="val 8889"/>
            </a:avLst>
          </a:prstGeom>
          <a:solidFill>
            <a:schemeClr val="bg2"/>
          </a:solidFill>
          <a:ln/>
          <a:effectLst>
            <a:outerShdw sx="100000" sy="100000" kx="0" ky="0" algn="bl" rotWithShape="0" blurRad="127000" dist="38100" dir="5400000">
              <a:srgbClr val="4A1240">
                <a:alpha val="18000"/>
              </a:srgbClr>
            </a:outerShdw>
          </a:effectLst>
        </p:spPr>
      </p:sp>
      <p:sp>
        <p:nvSpPr>
          <p:cNvPr id="5" name="I icon"/>
          <p:cNvSpPr/>
          <p:nvPr/>
        </p:nvSpPr>
        <p:spPr>
          <a:xfrm>
            <a:off x="868680" y="1920240"/>
            <a:ext cx="1325880" cy="1325880"/>
          </a:xfrm>
          <a:prstGeom prst="ellipse">
            <a:avLst/>
          </a:prstGeom>
          <a:solidFill>
            <a:schemeClr val="accent3"/>
          </a:solidFill>
          <a:ln/>
        </p:spPr>
      </p:sp>
      <p:pic>
        <p:nvPicPr>
          <p:cNvPr id="6" name="I icon glyph" descr="preencoded.png">    </p:cNvPr>
          <p:cNvPicPr>
            <a:picLocks noChangeAspect="1"/>
          </p:cNvPicPr>
          <p:nvPr/>
        </p:nvPicPr>
        <p:blipFill>
          <a:blip r:embed="rId1"/>
          <a:stretch>
            <a:fillRect/>
          </a:stretch>
        </p:blipFill>
        <p:spPr>
          <a:xfrm>
            <a:off x="1186891" y="2238451"/>
            <a:ext cx="689458" cy="689458"/>
          </a:xfrm>
          <a:prstGeom prst="rect">
            <a:avLst/>
          </a:prstGeom>
        </p:spPr>
      </p:pic>
      <p:sp>
        <p:nvSpPr>
          <p:cNvPr id="7" name="I text"/>
          <p:cNvSpPr txBox="1"/>
          <p:nvPr/>
        </p:nvSpPr>
        <p:spPr>
          <a:xfrm>
            <a:off x="2468880" y="1691640"/>
            <a:ext cx="3291840" cy="1783080"/>
          </a:xfrm>
          <a:prstGeom prst="rect">
            <a:avLst/>
          </a:prstGeom>
          <a:noFill/>
          <a:ln/>
        </p:spPr>
        <p:txBody>
          <a:bodyPr wrap="square" lIns="0" tIns="0" rIns="0" bIns="0" rtlCol="0" anchor="ctr"/>
          <a:lstStyle/>
          <a:p>
            <a:pPr indent="0" marL="0">
              <a:buNone/>
            </a:pPr>
            <a:r>
              <a:rPr lang="en-US" sz="2800" b="1" dirty="0">
                <a:solidFill>
                  <a:schemeClr val="accent3"/>
                </a:solidFill>
              </a:rPr>
              <a:t>I. </a:t>
            </a:r>
            <a:pPr indent="0" marL="0">
              <a:buNone/>
            </a:pPr>
            <a:r>
              <a:rPr lang="en-US" sz="2800" b="1" dirty="0">
                <a:solidFill>
                  <a:schemeClr val="tx2"/>
                </a:solidFill>
              </a:rPr>
              <a:t>Manifest the Christ-like character</a:t>
            </a:r>
            <a:endParaRPr lang="en-US" sz="2800" dirty="0"/>
          </a:p>
        </p:txBody>
      </p:sp>
      <p:sp>
        <p:nvSpPr>
          <p:cNvPr id="8" name="II card"/>
          <p:cNvSpPr/>
          <p:nvPr/>
        </p:nvSpPr>
        <p:spPr>
          <a:xfrm>
            <a:off x="6217920" y="1554480"/>
            <a:ext cx="5394960" cy="2057400"/>
          </a:xfrm>
          <a:prstGeom prst="roundRect">
            <a:avLst>
              <a:gd name="adj" fmla="val 8889"/>
            </a:avLst>
          </a:prstGeom>
          <a:solidFill>
            <a:schemeClr val="bg2"/>
          </a:solidFill>
          <a:ln/>
          <a:effectLst>
            <a:outerShdw sx="100000" sy="100000" kx="0" ky="0" algn="bl" rotWithShape="0" blurRad="127000" dist="38100" dir="5400000">
              <a:srgbClr val="4A1240">
                <a:alpha val="18000"/>
              </a:srgbClr>
            </a:outerShdw>
          </a:effectLst>
        </p:spPr>
      </p:sp>
      <p:sp>
        <p:nvSpPr>
          <p:cNvPr id="9" name="II icon"/>
          <p:cNvSpPr/>
          <p:nvPr/>
        </p:nvSpPr>
        <p:spPr>
          <a:xfrm>
            <a:off x="6537960" y="1920240"/>
            <a:ext cx="1325880" cy="1325880"/>
          </a:xfrm>
          <a:prstGeom prst="ellipse">
            <a:avLst/>
          </a:prstGeom>
          <a:solidFill>
            <a:schemeClr val="accent3"/>
          </a:solidFill>
          <a:ln/>
        </p:spPr>
      </p:sp>
      <p:pic>
        <p:nvPicPr>
          <p:cNvPr id="10" name="II icon glyph" descr="preencoded.png">    </p:cNvPr>
          <p:cNvPicPr>
            <a:picLocks noChangeAspect="1"/>
          </p:cNvPicPr>
          <p:nvPr/>
        </p:nvPicPr>
        <p:blipFill>
          <a:blip r:embed="rId2"/>
          <a:stretch>
            <a:fillRect/>
          </a:stretch>
        </p:blipFill>
        <p:spPr>
          <a:xfrm>
            <a:off x="6856171" y="2238451"/>
            <a:ext cx="689458" cy="689458"/>
          </a:xfrm>
          <a:prstGeom prst="rect">
            <a:avLst/>
          </a:prstGeom>
        </p:spPr>
      </p:pic>
      <p:sp>
        <p:nvSpPr>
          <p:cNvPr id="11" name="II text"/>
          <p:cNvSpPr txBox="1"/>
          <p:nvPr/>
        </p:nvSpPr>
        <p:spPr>
          <a:xfrm>
            <a:off x="8138160" y="1691640"/>
            <a:ext cx="3291840" cy="1783080"/>
          </a:xfrm>
          <a:prstGeom prst="rect">
            <a:avLst/>
          </a:prstGeom>
          <a:noFill/>
          <a:ln/>
        </p:spPr>
        <p:txBody>
          <a:bodyPr wrap="square" lIns="0" tIns="0" rIns="0" bIns="0" rtlCol="0" anchor="ctr"/>
          <a:lstStyle/>
          <a:p>
            <a:pPr indent="0" marL="0">
              <a:buNone/>
            </a:pPr>
            <a:r>
              <a:rPr lang="en-US" sz="2800" b="1" dirty="0">
                <a:solidFill>
                  <a:schemeClr val="accent3"/>
                </a:solidFill>
              </a:rPr>
              <a:t>II. </a:t>
            </a:r>
            <a:pPr indent="0" marL="0">
              <a:buNone/>
            </a:pPr>
            <a:r>
              <a:rPr lang="en-US" sz="2800" b="1" dirty="0">
                <a:solidFill>
                  <a:schemeClr val="tx2"/>
                </a:solidFill>
              </a:rPr>
              <a:t>Bring prayer</a:t>
            </a:r>
            <a:endParaRPr lang="en-US" sz="2800" dirty="0"/>
          </a:p>
        </p:txBody>
      </p:sp>
      <p:sp>
        <p:nvSpPr>
          <p:cNvPr id="12" name="III card"/>
          <p:cNvSpPr/>
          <p:nvPr/>
        </p:nvSpPr>
        <p:spPr>
          <a:xfrm>
            <a:off x="548640" y="3840480"/>
            <a:ext cx="5394960" cy="2057400"/>
          </a:xfrm>
          <a:prstGeom prst="roundRect">
            <a:avLst>
              <a:gd name="adj" fmla="val 8889"/>
            </a:avLst>
          </a:prstGeom>
          <a:solidFill>
            <a:schemeClr val="bg2"/>
          </a:solidFill>
          <a:ln/>
          <a:effectLst>
            <a:outerShdw sx="100000" sy="100000" kx="0" ky="0" algn="bl" rotWithShape="0" blurRad="127000" dist="38100" dir="5400000">
              <a:srgbClr val="4A1240">
                <a:alpha val="18000"/>
              </a:srgbClr>
            </a:outerShdw>
          </a:effectLst>
        </p:spPr>
      </p:sp>
      <p:sp>
        <p:nvSpPr>
          <p:cNvPr id="13" name="III icon"/>
          <p:cNvSpPr/>
          <p:nvPr/>
        </p:nvSpPr>
        <p:spPr>
          <a:xfrm>
            <a:off x="868680" y="4206240"/>
            <a:ext cx="1325880" cy="1325880"/>
          </a:xfrm>
          <a:prstGeom prst="ellipse">
            <a:avLst/>
          </a:prstGeom>
          <a:solidFill>
            <a:schemeClr val="accent3"/>
          </a:solidFill>
          <a:ln/>
        </p:spPr>
      </p:sp>
      <p:pic>
        <p:nvPicPr>
          <p:cNvPr id="14" name="III icon glyph" descr="preencoded.png">    </p:cNvPr>
          <p:cNvPicPr>
            <a:picLocks noChangeAspect="1"/>
          </p:cNvPicPr>
          <p:nvPr/>
        </p:nvPicPr>
        <p:blipFill>
          <a:blip r:embed="rId3"/>
          <a:stretch>
            <a:fillRect/>
          </a:stretch>
        </p:blipFill>
        <p:spPr>
          <a:xfrm>
            <a:off x="1186891" y="4524451"/>
            <a:ext cx="689458" cy="689458"/>
          </a:xfrm>
          <a:prstGeom prst="rect">
            <a:avLst/>
          </a:prstGeom>
        </p:spPr>
      </p:pic>
      <p:sp>
        <p:nvSpPr>
          <p:cNvPr id="15" name="III text"/>
          <p:cNvSpPr txBox="1"/>
          <p:nvPr/>
        </p:nvSpPr>
        <p:spPr>
          <a:xfrm>
            <a:off x="2468880" y="3977640"/>
            <a:ext cx="3291840" cy="1783080"/>
          </a:xfrm>
          <a:prstGeom prst="rect">
            <a:avLst/>
          </a:prstGeom>
          <a:noFill/>
          <a:ln/>
        </p:spPr>
        <p:txBody>
          <a:bodyPr wrap="square" lIns="0" tIns="0" rIns="0" bIns="0" rtlCol="0" anchor="ctr"/>
          <a:lstStyle/>
          <a:p>
            <a:pPr indent="0" marL="0">
              <a:buNone/>
            </a:pPr>
            <a:r>
              <a:rPr lang="en-US" sz="2800" b="1" dirty="0">
                <a:solidFill>
                  <a:schemeClr val="accent3"/>
                </a:solidFill>
              </a:rPr>
              <a:t>III. </a:t>
            </a:r>
            <a:pPr indent="0" marL="0">
              <a:buNone/>
            </a:pPr>
            <a:r>
              <a:rPr lang="en-US" sz="2800" b="1" dirty="0">
                <a:solidFill>
                  <a:schemeClr val="tx2"/>
                </a:solidFill>
              </a:rPr>
              <a:t>Bring the Word of God</a:t>
            </a:r>
            <a:endParaRPr lang="en-US" sz="2800" dirty="0"/>
          </a:p>
        </p:txBody>
      </p:sp>
      <p:sp>
        <p:nvSpPr>
          <p:cNvPr id="16" name="IV card"/>
          <p:cNvSpPr/>
          <p:nvPr/>
        </p:nvSpPr>
        <p:spPr>
          <a:xfrm>
            <a:off x="6217920" y="3840480"/>
            <a:ext cx="5394960" cy="2057400"/>
          </a:xfrm>
          <a:prstGeom prst="roundRect">
            <a:avLst>
              <a:gd name="adj" fmla="val 8889"/>
            </a:avLst>
          </a:prstGeom>
          <a:solidFill>
            <a:schemeClr val="bg2"/>
          </a:solidFill>
          <a:ln/>
          <a:effectLst>
            <a:outerShdw sx="100000" sy="100000" kx="0" ky="0" algn="bl" rotWithShape="0" blurRad="127000" dist="38100" dir="5400000">
              <a:srgbClr val="4A1240">
                <a:alpha val="18000"/>
              </a:srgbClr>
            </a:outerShdw>
          </a:effectLst>
        </p:spPr>
      </p:sp>
      <p:sp>
        <p:nvSpPr>
          <p:cNvPr id="17" name="IV icon"/>
          <p:cNvSpPr/>
          <p:nvPr/>
        </p:nvSpPr>
        <p:spPr>
          <a:xfrm>
            <a:off x="6537960" y="4206240"/>
            <a:ext cx="1325880" cy="1325880"/>
          </a:xfrm>
          <a:prstGeom prst="ellipse">
            <a:avLst/>
          </a:prstGeom>
          <a:solidFill>
            <a:schemeClr val="accent3"/>
          </a:solidFill>
          <a:ln/>
        </p:spPr>
      </p:sp>
      <p:pic>
        <p:nvPicPr>
          <p:cNvPr id="18" name="IV icon glyph" descr="preencoded.png">    </p:cNvPr>
          <p:cNvPicPr>
            <a:picLocks noChangeAspect="1"/>
          </p:cNvPicPr>
          <p:nvPr/>
        </p:nvPicPr>
        <p:blipFill>
          <a:blip r:embed="rId4"/>
          <a:stretch>
            <a:fillRect/>
          </a:stretch>
        </p:blipFill>
        <p:spPr>
          <a:xfrm>
            <a:off x="6856171" y="4524451"/>
            <a:ext cx="689458" cy="689458"/>
          </a:xfrm>
          <a:prstGeom prst="rect">
            <a:avLst/>
          </a:prstGeom>
        </p:spPr>
      </p:pic>
      <p:sp>
        <p:nvSpPr>
          <p:cNvPr id="19" name="IV text"/>
          <p:cNvSpPr txBox="1"/>
          <p:nvPr/>
        </p:nvSpPr>
        <p:spPr>
          <a:xfrm>
            <a:off x="8138160" y="3977640"/>
            <a:ext cx="3291840" cy="1783080"/>
          </a:xfrm>
          <a:prstGeom prst="rect">
            <a:avLst/>
          </a:prstGeom>
          <a:noFill/>
          <a:ln/>
        </p:spPr>
        <p:txBody>
          <a:bodyPr wrap="square" lIns="0" tIns="0" rIns="0" bIns="0" rtlCol="0" anchor="ctr"/>
          <a:lstStyle/>
          <a:p>
            <a:pPr indent="0" marL="0">
              <a:buNone/>
            </a:pPr>
            <a:r>
              <a:rPr lang="en-US" sz="2800" b="1" dirty="0">
                <a:solidFill>
                  <a:schemeClr val="accent3"/>
                </a:solidFill>
              </a:rPr>
              <a:t>IV. </a:t>
            </a:r>
            <a:pPr indent="0" marL="0">
              <a:buNone/>
            </a:pPr>
            <a:r>
              <a:rPr lang="en-US" sz="2800" b="1" dirty="0">
                <a:solidFill>
                  <a:schemeClr val="tx2"/>
                </a:solidFill>
              </a:rPr>
              <a:t>Bring the cell group into your home, schools, and workplace</a:t>
            </a:r>
            <a:endParaRPr lang="en-US" sz="28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17</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anim calcmode="lin" valueType="num">
                                      <p:cBhvr additive="base">
                                        <p:cTn id="8" dur="350" fill="hold"/>
                                        <p:tgtEl>
                                          <p:spTgt spid="4"/>
                                        </p:tgtEl>
                                        <p:attrNameLst>
                                          <p:attrName>ppt_x</p:attrName>
                                        </p:attrNameLst>
                                      </p:cBhvr>
                                      <p:tavLst>
                                        <p:tav tm="0">
                                          <p:val>
                                            <p:strVal val="#ppt_x"/>
                                          </p:val>
                                        </p:tav>
                                        <p:tav tm="100000">
                                          <p:val>
                                            <p:strVal val="#ppt_x"/>
                                          </p:val>
                                        </p:tav>
                                      </p:tavLst>
                                    </p:anim>
                                    <p:anim calcmode="lin" valueType="num">
                                      <p:cBhvr additive="base">
                                        <p:cTn id="9" dur="350" fill="hold"/>
                                        <p:tgtEl>
                                          <p:spTgt spid="4"/>
                                        </p:tgtEl>
                                        <p:attrNameLst>
                                          <p:attrName>ppt_y</p:attrName>
                                        </p:attrNameLst>
                                      </p:cBhvr>
                                      <p:tavLst>
                                        <p:tav tm="0">
                                          <p:val>
                                            <p:strVal val="#ppt_y+.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p:tgtEl>
                                          <p:spTgt spid="5"/>
                                        </p:tgtEl>
                                      </p:cBhvr>
                                    </p:animEffect>
                                    <p:anim calcmode="lin" valueType="num">
                                      <p:cBhvr additive="base">
                                        <p:cTn id="13" dur="350" fill="hold"/>
                                        <p:tgtEl>
                                          <p:spTgt spid="5"/>
                                        </p:tgtEl>
                                        <p:attrNameLst>
                                          <p:attrName>ppt_x</p:attrName>
                                        </p:attrNameLst>
                                      </p:cBhvr>
                                      <p:tavLst>
                                        <p:tav tm="0">
                                          <p:val>
                                            <p:strVal val="#ppt_x"/>
                                          </p:val>
                                        </p:tav>
                                        <p:tav tm="100000">
                                          <p:val>
                                            <p:strVal val="#ppt_x"/>
                                          </p:val>
                                        </p:tav>
                                      </p:tavLst>
                                    </p:anim>
                                    <p:anim calcmode="lin" valueType="num">
                                      <p:cBhvr additive="base">
                                        <p:cTn id="14" dur="350" fill="hold"/>
                                        <p:tgtEl>
                                          <p:spTgt spid="5"/>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50"/>
                                        <p:tgtEl>
                                          <p:spTgt spid="6"/>
                                        </p:tgtEl>
                                      </p:cBhvr>
                                    </p:animEffect>
                                    <p:anim calcmode="lin" valueType="num">
                                      <p:cBhvr additive="base">
                                        <p:cTn id="18" dur="350" fill="hold"/>
                                        <p:tgtEl>
                                          <p:spTgt spid="6"/>
                                        </p:tgtEl>
                                        <p:attrNameLst>
                                          <p:attrName>ppt_x</p:attrName>
                                        </p:attrNameLst>
                                      </p:cBhvr>
                                      <p:tavLst>
                                        <p:tav tm="0">
                                          <p:val>
                                            <p:strVal val="#ppt_x"/>
                                          </p:val>
                                        </p:tav>
                                        <p:tav tm="100000">
                                          <p:val>
                                            <p:strVal val="#ppt_x"/>
                                          </p:val>
                                        </p:tav>
                                      </p:tavLst>
                                    </p:anim>
                                    <p:anim calcmode="lin" valueType="num">
                                      <p:cBhvr additive="base">
                                        <p:cTn id="19" dur="350" fill="hold"/>
                                        <p:tgtEl>
                                          <p:spTgt spid="6"/>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50"/>
                                        <p:tgtEl>
                                          <p:spTgt spid="7"/>
                                        </p:tgtEl>
                                      </p:cBhvr>
                                    </p:animEffect>
                                    <p:anim calcmode="lin" valueType="num">
                                      <p:cBhvr additive="base">
                                        <p:cTn id="23" dur="350" fill="hold"/>
                                        <p:tgtEl>
                                          <p:spTgt spid="7"/>
                                        </p:tgtEl>
                                        <p:attrNameLst>
                                          <p:attrName>ppt_x</p:attrName>
                                        </p:attrNameLst>
                                      </p:cBhvr>
                                      <p:tavLst>
                                        <p:tav tm="0">
                                          <p:val>
                                            <p:strVal val="#ppt_x"/>
                                          </p:val>
                                        </p:tav>
                                        <p:tav tm="100000">
                                          <p:val>
                                            <p:strVal val="#ppt_x"/>
                                          </p:val>
                                        </p:tav>
                                      </p:tavLst>
                                    </p:anim>
                                    <p:anim calcmode="lin" valueType="num">
                                      <p:cBhvr additive="base">
                                        <p:cTn id="24" dur="350" fill="hold"/>
                                        <p:tgtEl>
                                          <p:spTgt spid="7"/>
                                        </p:tgtEl>
                                        <p:attrNameLst>
                                          <p:attrName>ppt_y</p:attrName>
                                        </p:attrNameLst>
                                      </p:cBhvr>
                                      <p:tavLst>
                                        <p:tav tm="0">
                                          <p:val>
                                            <p:strVal val="#ppt_y+.06"/>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anim calcmode="lin" valueType="num">
                                      <p:cBhvr additive="base">
                                        <p:cTn id="30" dur="350" fill="hold"/>
                                        <p:tgtEl>
                                          <p:spTgt spid="8"/>
                                        </p:tgtEl>
                                        <p:attrNameLst>
                                          <p:attrName>ppt_x</p:attrName>
                                        </p:attrNameLst>
                                      </p:cBhvr>
                                      <p:tavLst>
                                        <p:tav tm="0">
                                          <p:val>
                                            <p:strVal val="#ppt_x"/>
                                          </p:val>
                                        </p:tav>
                                        <p:tav tm="100000">
                                          <p:val>
                                            <p:strVal val="#ppt_x"/>
                                          </p:val>
                                        </p:tav>
                                      </p:tavLst>
                                    </p:anim>
                                    <p:anim calcmode="lin" valueType="num">
                                      <p:cBhvr additive="base">
                                        <p:cTn id="31" dur="350" fill="hold"/>
                                        <p:tgtEl>
                                          <p:spTgt spid="8"/>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350"/>
                                        <p:tgtEl>
                                          <p:spTgt spid="9"/>
                                        </p:tgtEl>
                                      </p:cBhvr>
                                    </p:animEffect>
                                    <p:anim calcmode="lin" valueType="num">
                                      <p:cBhvr additive="base">
                                        <p:cTn id="35" dur="350" fill="hold"/>
                                        <p:tgtEl>
                                          <p:spTgt spid="9"/>
                                        </p:tgtEl>
                                        <p:attrNameLst>
                                          <p:attrName>ppt_x</p:attrName>
                                        </p:attrNameLst>
                                      </p:cBhvr>
                                      <p:tavLst>
                                        <p:tav tm="0">
                                          <p:val>
                                            <p:strVal val="#ppt_x"/>
                                          </p:val>
                                        </p:tav>
                                        <p:tav tm="100000">
                                          <p:val>
                                            <p:strVal val="#ppt_x"/>
                                          </p:val>
                                        </p:tav>
                                      </p:tavLst>
                                    </p:anim>
                                    <p:anim calcmode="lin" valueType="num">
                                      <p:cBhvr additive="base">
                                        <p:cTn id="36" dur="350" fill="hold"/>
                                        <p:tgtEl>
                                          <p:spTgt spid="9"/>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350"/>
                                        <p:tgtEl>
                                          <p:spTgt spid="10"/>
                                        </p:tgtEl>
                                      </p:cBhvr>
                                    </p:animEffect>
                                    <p:anim calcmode="lin" valueType="num">
                                      <p:cBhvr additive="base">
                                        <p:cTn id="40" dur="350" fill="hold"/>
                                        <p:tgtEl>
                                          <p:spTgt spid="10"/>
                                        </p:tgtEl>
                                        <p:attrNameLst>
                                          <p:attrName>ppt_x</p:attrName>
                                        </p:attrNameLst>
                                      </p:cBhvr>
                                      <p:tavLst>
                                        <p:tav tm="0">
                                          <p:val>
                                            <p:strVal val="#ppt_x"/>
                                          </p:val>
                                        </p:tav>
                                        <p:tav tm="100000">
                                          <p:val>
                                            <p:strVal val="#ppt_x"/>
                                          </p:val>
                                        </p:tav>
                                      </p:tavLst>
                                    </p:anim>
                                    <p:anim calcmode="lin" valueType="num">
                                      <p:cBhvr additive="base">
                                        <p:cTn id="41" dur="350" fill="hold"/>
                                        <p:tgtEl>
                                          <p:spTgt spid="10"/>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ppt_x</p:attrName>
                                        </p:attrNameLst>
                                      </p:cBhvr>
                                      <p:tavLst>
                                        <p:tav tm="0">
                                          <p:val>
                                            <p:strVal val="#ppt_x"/>
                                          </p:val>
                                        </p:tav>
                                        <p:tav tm="100000">
                                          <p:val>
                                            <p:strVal val="#ppt_x"/>
                                          </p:val>
                                        </p:tav>
                                      </p:tavLst>
                                    </p:anim>
                                    <p:anim calcmode="lin" valueType="num">
                                      <p:cBhvr additive="base">
                                        <p:cTn id="46" dur="35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50"/>
                                        <p:tgtEl>
                                          <p:spTgt spid="12"/>
                                        </p:tgtEl>
                                      </p:cBhvr>
                                    </p:animEffect>
                                    <p:anim calcmode="lin" valueType="num">
                                      <p:cBhvr additive="base">
                                        <p:cTn id="52" dur="350" fill="hold"/>
                                        <p:tgtEl>
                                          <p:spTgt spid="12"/>
                                        </p:tgtEl>
                                        <p:attrNameLst>
                                          <p:attrName>ppt_x</p:attrName>
                                        </p:attrNameLst>
                                      </p:cBhvr>
                                      <p:tavLst>
                                        <p:tav tm="0">
                                          <p:val>
                                            <p:strVal val="#ppt_x"/>
                                          </p:val>
                                        </p:tav>
                                        <p:tav tm="100000">
                                          <p:val>
                                            <p:strVal val="#ppt_x"/>
                                          </p:val>
                                        </p:tav>
                                      </p:tavLst>
                                    </p:anim>
                                    <p:anim calcmode="lin" valueType="num">
                                      <p:cBhvr additive="base">
                                        <p:cTn id="53" dur="350" fill="hold"/>
                                        <p:tgtEl>
                                          <p:spTgt spid="12"/>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350"/>
                                        <p:tgtEl>
                                          <p:spTgt spid="13"/>
                                        </p:tgtEl>
                                      </p:cBhvr>
                                    </p:animEffect>
                                    <p:anim calcmode="lin" valueType="num">
                                      <p:cBhvr additive="base">
                                        <p:cTn id="57" dur="350" fill="hold"/>
                                        <p:tgtEl>
                                          <p:spTgt spid="13"/>
                                        </p:tgtEl>
                                        <p:attrNameLst>
                                          <p:attrName>ppt_x</p:attrName>
                                        </p:attrNameLst>
                                      </p:cBhvr>
                                      <p:tavLst>
                                        <p:tav tm="0">
                                          <p:val>
                                            <p:strVal val="#ppt_x"/>
                                          </p:val>
                                        </p:tav>
                                        <p:tav tm="100000">
                                          <p:val>
                                            <p:strVal val="#ppt_x"/>
                                          </p:val>
                                        </p:tav>
                                      </p:tavLst>
                                    </p:anim>
                                    <p:anim calcmode="lin" valueType="num">
                                      <p:cBhvr additive="base">
                                        <p:cTn id="58" dur="350" fill="hold"/>
                                        <p:tgtEl>
                                          <p:spTgt spid="13"/>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350"/>
                                        <p:tgtEl>
                                          <p:spTgt spid="14"/>
                                        </p:tgtEl>
                                      </p:cBhvr>
                                    </p:animEffect>
                                    <p:anim calcmode="lin" valueType="num">
                                      <p:cBhvr additive="base">
                                        <p:cTn id="62" dur="350" fill="hold"/>
                                        <p:tgtEl>
                                          <p:spTgt spid="14"/>
                                        </p:tgtEl>
                                        <p:attrNameLst>
                                          <p:attrName>ppt_x</p:attrName>
                                        </p:attrNameLst>
                                      </p:cBhvr>
                                      <p:tavLst>
                                        <p:tav tm="0">
                                          <p:val>
                                            <p:strVal val="#ppt_x"/>
                                          </p:val>
                                        </p:tav>
                                        <p:tav tm="100000">
                                          <p:val>
                                            <p:strVal val="#ppt_x"/>
                                          </p:val>
                                        </p:tav>
                                      </p:tavLst>
                                    </p:anim>
                                    <p:anim calcmode="lin" valueType="num">
                                      <p:cBhvr additive="base">
                                        <p:cTn id="63" dur="350" fill="hold"/>
                                        <p:tgtEl>
                                          <p:spTgt spid="14"/>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350"/>
                                        <p:tgtEl>
                                          <p:spTgt spid="15"/>
                                        </p:tgtEl>
                                      </p:cBhvr>
                                    </p:animEffect>
                                    <p:anim calcmode="lin" valueType="num">
                                      <p:cBhvr additive="base">
                                        <p:cTn id="67" dur="350" fill="hold"/>
                                        <p:tgtEl>
                                          <p:spTgt spid="15"/>
                                        </p:tgtEl>
                                        <p:attrNameLst>
                                          <p:attrName>ppt_x</p:attrName>
                                        </p:attrNameLst>
                                      </p:cBhvr>
                                      <p:tavLst>
                                        <p:tav tm="0">
                                          <p:val>
                                            <p:strVal val="#ppt_x"/>
                                          </p:val>
                                        </p:tav>
                                        <p:tav tm="100000">
                                          <p:val>
                                            <p:strVal val="#ppt_x"/>
                                          </p:val>
                                        </p:tav>
                                      </p:tavLst>
                                    </p:anim>
                                    <p:anim calcmode="lin" valueType="num">
                                      <p:cBhvr additive="base">
                                        <p:cTn id="68" dur="350" fill="hold"/>
                                        <p:tgtEl>
                                          <p:spTgt spid="15"/>
                                        </p:tgtEl>
                                        <p:attrNameLst>
                                          <p:attrName>ppt_y</p:attrName>
                                        </p:attrNameLst>
                                      </p:cBhvr>
                                      <p:tavLst>
                                        <p:tav tm="0">
                                          <p:val>
                                            <p:strVal val="#ppt_y+.06"/>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350"/>
                                        <p:tgtEl>
                                          <p:spTgt spid="16"/>
                                        </p:tgtEl>
                                      </p:cBhvr>
                                    </p:animEffect>
                                    <p:anim calcmode="lin" valueType="num">
                                      <p:cBhvr additive="base">
                                        <p:cTn id="74" dur="350" fill="hold"/>
                                        <p:tgtEl>
                                          <p:spTgt spid="16"/>
                                        </p:tgtEl>
                                        <p:attrNameLst>
                                          <p:attrName>ppt_x</p:attrName>
                                        </p:attrNameLst>
                                      </p:cBhvr>
                                      <p:tavLst>
                                        <p:tav tm="0">
                                          <p:val>
                                            <p:strVal val="#ppt_x"/>
                                          </p:val>
                                        </p:tav>
                                        <p:tav tm="100000">
                                          <p:val>
                                            <p:strVal val="#ppt_x"/>
                                          </p:val>
                                        </p:tav>
                                      </p:tavLst>
                                    </p:anim>
                                    <p:anim calcmode="lin" valueType="num">
                                      <p:cBhvr additive="base">
                                        <p:cTn id="75" dur="350" fill="hold"/>
                                        <p:tgtEl>
                                          <p:spTgt spid="16"/>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350"/>
                                        <p:tgtEl>
                                          <p:spTgt spid="17"/>
                                        </p:tgtEl>
                                      </p:cBhvr>
                                    </p:animEffect>
                                    <p:anim calcmode="lin" valueType="num">
                                      <p:cBhvr additive="base">
                                        <p:cTn id="79" dur="350" fill="hold"/>
                                        <p:tgtEl>
                                          <p:spTgt spid="17"/>
                                        </p:tgtEl>
                                        <p:attrNameLst>
                                          <p:attrName>ppt_x</p:attrName>
                                        </p:attrNameLst>
                                      </p:cBhvr>
                                      <p:tavLst>
                                        <p:tav tm="0">
                                          <p:val>
                                            <p:strVal val="#ppt_x"/>
                                          </p:val>
                                        </p:tav>
                                        <p:tav tm="100000">
                                          <p:val>
                                            <p:strVal val="#ppt_x"/>
                                          </p:val>
                                        </p:tav>
                                      </p:tavLst>
                                    </p:anim>
                                    <p:anim calcmode="lin" valueType="num">
                                      <p:cBhvr additive="base">
                                        <p:cTn id="80" dur="350" fill="hold"/>
                                        <p:tgtEl>
                                          <p:spTgt spid="17"/>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350"/>
                                        <p:tgtEl>
                                          <p:spTgt spid="18"/>
                                        </p:tgtEl>
                                      </p:cBhvr>
                                    </p:animEffect>
                                    <p:anim calcmode="lin" valueType="num">
                                      <p:cBhvr additive="base">
                                        <p:cTn id="84" dur="350" fill="hold"/>
                                        <p:tgtEl>
                                          <p:spTgt spid="18"/>
                                        </p:tgtEl>
                                        <p:attrNameLst>
                                          <p:attrName>ppt_x</p:attrName>
                                        </p:attrNameLst>
                                      </p:cBhvr>
                                      <p:tavLst>
                                        <p:tav tm="0">
                                          <p:val>
                                            <p:strVal val="#ppt_x"/>
                                          </p:val>
                                        </p:tav>
                                        <p:tav tm="100000">
                                          <p:val>
                                            <p:strVal val="#ppt_x"/>
                                          </p:val>
                                        </p:tav>
                                      </p:tavLst>
                                    </p:anim>
                                    <p:anim calcmode="lin" valueType="num">
                                      <p:cBhvr additive="base">
                                        <p:cTn id="85" dur="350" fill="hold"/>
                                        <p:tgtEl>
                                          <p:spTgt spid="18"/>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350"/>
                                        <p:tgtEl>
                                          <p:spTgt spid="19"/>
                                        </p:tgtEl>
                                      </p:cBhvr>
                                    </p:animEffect>
                                    <p:anim calcmode="lin" valueType="num">
                                      <p:cBhvr additive="base">
                                        <p:cTn id="89" dur="350" fill="hold"/>
                                        <p:tgtEl>
                                          <p:spTgt spid="19"/>
                                        </p:tgtEl>
                                        <p:attrNameLst>
                                          <p:attrName>ppt_x</p:attrName>
                                        </p:attrNameLst>
                                      </p:cBhvr>
                                      <p:tavLst>
                                        <p:tav tm="0">
                                          <p:val>
                                            <p:strVal val="#ppt_x"/>
                                          </p:val>
                                        </p:tav>
                                        <p:tav tm="100000">
                                          <p:val>
                                            <p:strVal val="#ppt_x"/>
                                          </p:val>
                                        </p:tav>
                                      </p:tavLst>
                                    </p:anim>
                                    <p:anim calcmode="lin" valueType="num">
                                      <p:cBhvr additive="base">
                                        <p:cTn id="90" dur="350" fill="hold"/>
                                        <p:tgtEl>
                                          <p:spTgt spid="1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4"/>
                </a:solidFill>
                <a:latin typeface="Cambria" pitchFamily="34" charset="0"/>
                <a:ea typeface="Cambria" pitchFamily="34" charset="-122"/>
                <a:cs typeface="Cambria" pitchFamily="34" charset="-120"/>
              </a:rPr>
              <a:t>4.</a:t>
            </a:r>
            <a:endParaRPr lang="en-US" sz="25000" dirty="0"/>
          </a:p>
        </p:txBody>
      </p:sp>
      <p:sp>
        <p:nvSpPr>
          <p:cNvPr id="4" name="Section title"/>
          <p:cNvSpPr txBox="1"/>
          <p:nvPr/>
        </p:nvSpPr>
        <p:spPr>
          <a:xfrm>
            <a:off x="3749040" y="1737360"/>
            <a:ext cx="493776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Discipline</a:t>
            </a:r>
            <a:endParaRPr lang="en-US" sz="6000" dirty="0"/>
          </a:p>
        </p:txBody>
      </p:sp>
      <p:sp>
        <p:nvSpPr>
          <p:cNvPr id="5" name="Section icon"/>
          <p:cNvSpPr/>
          <p:nvPr/>
        </p:nvSpPr>
        <p:spPr>
          <a:xfrm>
            <a:off x="8915400" y="1874520"/>
            <a:ext cx="2926080" cy="2926080"/>
          </a:xfrm>
          <a:prstGeom prst="ellipse">
            <a:avLst/>
          </a:prstGeom>
          <a:solidFill>
            <a:schemeClr val="accent4"/>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50" fill="hold"/>
                                        <p:tgtEl>
                                          <p:spTgt spid="3"/>
                                        </p:tgtEl>
                                        <p:attrNameLst>
                                          <p:attrName>ppt_w</p:attrName>
                                        </p:attrNameLst>
                                      </p:cBhvr>
                                      <p:tavLst>
                                        <p:tav tm="0">
                                          <p:val>
                                            <p:strVal val="0"/>
                                          </p:val>
                                        </p:tav>
                                        <p:tav tm="100000">
                                          <p:val>
                                            <p:strVal val="#ppt_w"/>
                                          </p:val>
                                        </p:tav>
                                      </p:tavLst>
                                    </p:anim>
                                    <p:anim calcmode="lin" valueType="num">
                                      <p:cBhvr additive="base">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childTnLst>
                          </p:cTn>
                        </p:par>
                        <p:par>
                          <p:cTn id="10" fill="hold">
                            <p:stCondLst>
                              <p:cond delay="22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50"/>
                                        <p:tgtEl>
                                          <p:spTgt spid="4"/>
                                        </p:tgtEl>
                                      </p:cBhvr>
                                    </p:animEffect>
                                    <p:anim calcmode="lin" valueType="num">
                                      <p:cBhvr additive="base">
                                        <p:cTn id="14" dur="350" fill="hold"/>
                                        <p:tgtEl>
                                          <p:spTgt spid="4"/>
                                        </p:tgtEl>
                                        <p:attrNameLst>
                                          <p:attrName>ppt_x</p:attrName>
                                        </p:attrNameLst>
                                      </p:cBhvr>
                                      <p:tavLst>
                                        <p:tav tm="0">
                                          <p:val>
                                            <p:strVal val="#ppt_x"/>
                                          </p:val>
                                        </p:tav>
                                        <p:tav tm="100000">
                                          <p:val>
                                            <p:strVal val="#ppt_x"/>
                                          </p:val>
                                        </p:tav>
                                      </p:tavLst>
                                    </p:anim>
                                    <p:anim calcmode="lin" valueType="num">
                                      <p:cBhvr additive="base">
                                        <p:cTn id="15" dur="350" fill="hold"/>
                                        <p:tgtEl>
                                          <p:spTgt spid="4"/>
                                        </p:tgtEl>
                                        <p:attrNameLst>
                                          <p:attrName>ppt_y</p:attrName>
                                        </p:attrNameLst>
                                      </p:cBhvr>
                                      <p:tavLst>
                                        <p:tav tm="0">
                                          <p:val>
                                            <p:strVal val="#ppt_y+.06"/>
                                          </p:val>
                                        </p:tav>
                                        <p:tav tm="100000">
                                          <p:val>
                                            <p:strVal val="#ppt_y"/>
                                          </p:val>
                                        </p:tav>
                                      </p:tavLst>
                                    </p:anim>
                                  </p:childTnLst>
                                </p:cTn>
                              </p:par>
                            </p:childTnLst>
                          </p:cTn>
                        </p:par>
                        <p:par>
                          <p:cTn id="16" fill="hold">
                            <p:stCondLst>
                              <p:cond delay="44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350" fill="hold"/>
                                        <p:tgtEl>
                                          <p:spTgt spid="5"/>
                                        </p:tgtEl>
                                        <p:attrNameLst>
                                          <p:attrName>ppt_w</p:attrName>
                                        </p:attrNameLst>
                                      </p:cBhvr>
                                      <p:tavLst>
                                        <p:tav tm="0">
                                          <p:val>
                                            <p:strVal val="0"/>
                                          </p:val>
                                        </p:tav>
                                        <p:tav tm="100000">
                                          <p:val>
                                            <p:strVal val="#ppt_w"/>
                                          </p:val>
                                        </p:tav>
                                      </p:tavLst>
                                    </p:anim>
                                    <p:anim calcmode="lin" valueType="num">
                                      <p:cBhvr additive="base">
                                        <p:cTn id="20" dur="350" fill="hold"/>
                                        <p:tgtEl>
                                          <p:spTgt spid="5"/>
                                        </p:tgtEl>
                                        <p:attrNameLst>
                                          <p:attrName>ppt_h</p:attrName>
                                        </p:attrNameLst>
                                      </p:cBhvr>
                                      <p:tavLst>
                                        <p:tav tm="0">
                                          <p:val>
                                            <p:strVal val="0"/>
                                          </p:val>
                                        </p:tav>
                                        <p:tav tm="100000">
                                          <p:val>
                                            <p:strVal val="#ppt_h"/>
                                          </p:val>
                                        </p:tav>
                                      </p:tavLst>
                                    </p:anim>
                                    <p:animEffect transition="in" filter="fade">
                                      <p:cBhvr>
                                        <p:cTn id="21" dur="350"/>
                                        <p:tgtEl>
                                          <p:spTgt spid="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350" fill="hold"/>
                                        <p:tgtEl>
                                          <p:spTgt spid="6"/>
                                        </p:tgtEl>
                                        <p:attrNameLst>
                                          <p:attrName>ppt_w</p:attrName>
                                        </p:attrNameLst>
                                      </p:cBhvr>
                                      <p:tavLst>
                                        <p:tav tm="0">
                                          <p:val>
                                            <p:strVal val="0"/>
                                          </p:val>
                                        </p:tav>
                                        <p:tav tm="100000">
                                          <p:val>
                                            <p:strVal val="#ppt_w"/>
                                          </p:val>
                                        </p:tav>
                                      </p:tavLst>
                                    </p:anim>
                                    <p:anim calcmode="lin" valueType="num">
                                      <p:cBhvr additive="base">
                                        <p:cTn id="25" dur="350" fill="hold"/>
                                        <p:tgtEl>
                                          <p:spTgt spid="6"/>
                                        </p:tgtEl>
                                        <p:attrNameLst>
                                          <p:attrName>ppt_h</p:attrName>
                                        </p:attrNameLst>
                                      </p:cBhvr>
                                      <p:tavLst>
                                        <p:tav tm="0">
                                          <p:val>
                                            <p:strVal val="0"/>
                                          </p:val>
                                        </p:tav>
                                        <p:tav tm="100000">
                                          <p:val>
                                            <p:strVal val="#ppt_h"/>
                                          </p:val>
                                        </p:tav>
                                      </p:tavLst>
                                    </p:anim>
                                    <p:animEffect transition="in" filter="fade">
                                      <p:cBhvr>
                                        <p:cTn id="26"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Statement icon"/>
          <p:cNvSpPr/>
          <p:nvPr/>
        </p:nvSpPr>
        <p:spPr>
          <a:xfrm>
            <a:off x="822960" y="1737360"/>
            <a:ext cx="3108960" cy="3108960"/>
          </a:xfrm>
          <a:prstGeom prst="ellipse">
            <a:avLst/>
          </a:prstGeom>
          <a:solidFill>
            <a:schemeClr val="accent4"/>
          </a:solidFill>
          <a:ln/>
        </p:spPr>
      </p:sp>
      <p:pic>
        <p:nvPicPr>
          <p:cNvPr id="4" name="Statement icon glyph" descr="preencoded.png">    </p:cNvPr>
          <p:cNvPicPr>
            <a:picLocks noChangeAspect="1"/>
          </p:cNvPicPr>
          <p:nvPr/>
        </p:nvPicPr>
        <p:blipFill>
          <a:blip r:embed="rId1"/>
          <a:stretch>
            <a:fillRect/>
          </a:stretch>
        </p:blipFill>
        <p:spPr>
          <a:xfrm>
            <a:off x="1569110" y="2483510"/>
            <a:ext cx="1616659" cy="1616659"/>
          </a:xfrm>
          <a:prstGeom prst="rect">
            <a:avLst/>
          </a:prstGeom>
        </p:spPr>
      </p:pic>
      <p:sp>
        <p:nvSpPr>
          <p:cNvPr id="5" name="Lead-in"/>
          <p:cNvSpPr txBox="1"/>
          <p:nvPr/>
        </p:nvSpPr>
        <p:spPr>
          <a:xfrm>
            <a:off x="4572000" y="1188720"/>
            <a:ext cx="6949440" cy="1828800"/>
          </a:xfrm>
          <a:prstGeom prst="rect">
            <a:avLst/>
          </a:prstGeom>
          <a:noFill/>
          <a:ln/>
        </p:spPr>
        <p:txBody>
          <a:bodyPr wrap="square" lIns="0" tIns="0" rIns="0" bIns="0" rtlCol="0" anchor="b"/>
          <a:lstStyle/>
          <a:p>
            <a:pPr indent="0" marL="0">
              <a:buNone/>
            </a:pPr>
            <a:r>
              <a:rPr lang="en-US" sz="4000" dirty="0">
                <a:solidFill>
                  <a:schemeClr val="tx2"/>
                </a:solidFill>
                <a:latin typeface="Cambria" pitchFamily="34" charset="0"/>
                <a:ea typeface="Cambria" pitchFamily="34" charset="-122"/>
                <a:cs typeface="Cambria" pitchFamily="34" charset="-120"/>
              </a:rPr>
              <a:t>Discipline is</a:t>
            </a:r>
            <a:endParaRPr lang="en-US" sz="4000" dirty="0"/>
          </a:p>
        </p:txBody>
      </p:sp>
      <p:sp>
        <p:nvSpPr>
          <p:cNvPr id="6" name="Key phrase"/>
          <p:cNvSpPr txBox="1"/>
          <p:nvPr/>
        </p:nvSpPr>
        <p:spPr>
          <a:xfrm>
            <a:off x="4572000" y="3200400"/>
            <a:ext cx="6949440" cy="2377440"/>
          </a:xfrm>
          <a:prstGeom prst="rect">
            <a:avLst/>
          </a:prstGeom>
          <a:noFill/>
          <a:ln/>
        </p:spPr>
        <p:txBody>
          <a:bodyPr wrap="square" lIns="0" tIns="0" rIns="0" bIns="0" rtlCol="0" anchor="t"/>
          <a:lstStyle/>
          <a:p>
            <a:pPr indent="0" marL="0">
              <a:buNone/>
            </a:pPr>
            <a:r>
              <a:rPr lang="en-US" sz="6600" b="1" dirty="0">
                <a:solidFill>
                  <a:schemeClr val="accent4"/>
                </a:solidFill>
                <a:latin typeface="Cambria" pitchFamily="34" charset="0"/>
                <a:ea typeface="Cambria" pitchFamily="34" charset="-122"/>
                <a:cs typeface="Cambria" pitchFamily="34" charset="-120"/>
              </a:rPr>
              <a:t>self control</a:t>
            </a:r>
            <a:endParaRPr lang="en-US" sz="6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19</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50" fill="hold"/>
                                        <p:tgtEl>
                                          <p:spTgt spid="3"/>
                                        </p:tgtEl>
                                        <p:attrNameLst>
                                          <p:attrName>ppt_w</p:attrName>
                                        </p:attrNameLst>
                                      </p:cBhvr>
                                      <p:tavLst>
                                        <p:tav tm="0">
                                          <p:val>
                                            <p:strVal val="0"/>
                                          </p:val>
                                        </p:tav>
                                        <p:tav tm="100000">
                                          <p:val>
                                            <p:strVal val="#ppt_w"/>
                                          </p:val>
                                        </p:tav>
                                      </p:tavLst>
                                    </p:anim>
                                    <p:anim calcmode="lin" valueType="num">
                                      <p:cBhvr additive="base">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350" fill="hold"/>
                                        <p:tgtEl>
                                          <p:spTgt spid="4"/>
                                        </p:tgtEl>
                                        <p:attrNameLst>
                                          <p:attrName>ppt_w</p:attrName>
                                        </p:attrNameLst>
                                      </p:cBhvr>
                                      <p:tavLst>
                                        <p:tav tm="0">
                                          <p:val>
                                            <p:strVal val="0"/>
                                          </p:val>
                                        </p:tav>
                                        <p:tav tm="100000">
                                          <p:val>
                                            <p:strVal val="#ppt_w"/>
                                          </p:val>
                                        </p:tav>
                                      </p:tavLst>
                                    </p:anim>
                                    <p:anim calcmode="lin" valueType="num">
                                      <p:cBhvr additive="base">
                                        <p:cTn id="13" dur="350" fill="hold"/>
                                        <p:tgtEl>
                                          <p:spTgt spid="4"/>
                                        </p:tgtEl>
                                        <p:attrNameLst>
                                          <p:attrName>ppt_h</p:attrName>
                                        </p:attrNameLst>
                                      </p:cBhvr>
                                      <p:tavLst>
                                        <p:tav tm="0">
                                          <p:val>
                                            <p:strVal val="0"/>
                                          </p:val>
                                        </p:tav>
                                        <p:tav tm="100000">
                                          <p:val>
                                            <p:strVal val="#ppt_h"/>
                                          </p:val>
                                        </p:tav>
                                      </p:tavLst>
                                    </p:anim>
                                    <p:animEffect transition="in" filter="fade">
                                      <p:cBhvr>
                                        <p:cTn id="14" dur="350"/>
                                        <p:tgtEl>
                                          <p:spTgt spid="4"/>
                                        </p:tgtEl>
                                      </p:cBhvr>
                                    </p:animEffect>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00"/>
                                        <p:tgtEl>
                                          <p:spTgt spid="5"/>
                                        </p:tgtEl>
                                      </p:cBhvr>
                                    </p:animEffect>
                                  </p:childTnLst>
                                </p:cTn>
                              </p:par>
                            </p:childTnLst>
                          </p:cTn>
                        </p:par>
                        <p:par>
                          <p:cTn id="19" fill="hold">
                            <p:stCondLst>
                              <p:cond delay="440"/>
                            </p:stCondLst>
                            <p:childTnLst>
                              <p:par>
                                <p:cTn id="20" presetID="42"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50"/>
                                        <p:tgtEl>
                                          <p:spTgt spid="6"/>
                                        </p:tgtEl>
                                      </p:cBhvr>
                                    </p:animEffect>
                                    <p:anim calcmode="lin" valueType="num">
                                      <p:cBhvr additive="base">
                                        <p:cTn id="23" dur="350" fill="hold"/>
                                        <p:tgtEl>
                                          <p:spTgt spid="6"/>
                                        </p:tgtEl>
                                        <p:attrNameLst>
                                          <p:attrName>ppt_x</p:attrName>
                                        </p:attrNameLst>
                                      </p:cBhvr>
                                      <p:tavLst>
                                        <p:tav tm="0">
                                          <p:val>
                                            <p:strVal val="#ppt_x"/>
                                          </p:val>
                                        </p:tav>
                                        <p:tav tm="100000">
                                          <p:val>
                                            <p:strVal val="#ppt_x"/>
                                          </p:val>
                                        </p:tav>
                                      </p:tavLst>
                                    </p:anim>
                                    <p:anim calcmode="lin" valueType="num">
                                      <p:cBhvr additive="base">
                                        <p:cTn id="24" dur="350" fill="hold"/>
                                        <p:tgtEl>
                                          <p:spTgt spid="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Discipline means:</a:t>
            </a:r>
            <a:endParaRPr lang="en-US" sz="4000" dirty="0"/>
          </a:p>
        </p:txBody>
      </p:sp>
      <p:sp>
        <p:nvSpPr>
          <p:cNvPr id="4" name="Row 0"/>
          <p:cNvSpPr/>
          <p:nvPr/>
        </p:nvSpPr>
        <p:spPr>
          <a:xfrm>
            <a:off x="548640" y="1600200"/>
            <a:ext cx="11064240" cy="1234440"/>
          </a:xfrm>
          <a:prstGeom prst="roundRect">
            <a:avLst>
              <a:gd name="adj" fmla="val 14815"/>
            </a:avLst>
          </a:prstGeom>
          <a:solidFill>
            <a:schemeClr val="bg2"/>
          </a:solidFill>
          <a:ln/>
        </p:spPr>
      </p:sp>
      <p:sp>
        <p:nvSpPr>
          <p:cNvPr id="5" name="Row icon 0"/>
          <p:cNvSpPr/>
          <p:nvPr/>
        </p:nvSpPr>
        <p:spPr>
          <a:xfrm>
            <a:off x="777240" y="1737360"/>
            <a:ext cx="960120" cy="960120"/>
          </a:xfrm>
          <a:prstGeom prst="ellipse">
            <a:avLst/>
          </a:prstGeom>
          <a:solidFill>
            <a:schemeClr val="accent4"/>
          </a:solidFill>
          <a:ln/>
        </p:spPr>
      </p:sp>
      <p:pic>
        <p:nvPicPr>
          <p:cNvPr id="6" name="Row icon 0 glyph" descr="preencoded.png">    </p:cNvPr>
          <p:cNvPicPr>
            <a:picLocks noChangeAspect="1"/>
          </p:cNvPicPr>
          <p:nvPr/>
        </p:nvPicPr>
        <p:blipFill>
          <a:blip r:embed="rId1"/>
          <a:stretch>
            <a:fillRect/>
          </a:stretch>
        </p:blipFill>
        <p:spPr>
          <a:xfrm>
            <a:off x="1007669" y="1967789"/>
            <a:ext cx="499262" cy="499262"/>
          </a:xfrm>
          <a:prstGeom prst="rect">
            <a:avLst/>
          </a:prstGeom>
        </p:spPr>
      </p:pic>
      <p:sp>
        <p:nvSpPr>
          <p:cNvPr id="7" name="Row text 0"/>
          <p:cNvSpPr txBox="1"/>
          <p:nvPr/>
        </p:nvSpPr>
        <p:spPr>
          <a:xfrm>
            <a:off x="2011680" y="1600200"/>
            <a:ext cx="9418320" cy="1234440"/>
          </a:xfrm>
          <a:prstGeom prst="rect">
            <a:avLst/>
          </a:prstGeom>
          <a:noFill/>
          <a:ln/>
        </p:spPr>
        <p:txBody>
          <a:bodyPr wrap="square" lIns="0" tIns="0" rIns="0" bIns="0" rtlCol="0" anchor="ctr"/>
          <a:lstStyle/>
          <a:p>
            <a:pPr indent="0" marL="0">
              <a:buNone/>
            </a:pPr>
            <a:r>
              <a:rPr lang="en-US" sz="3400" b="1" dirty="0">
                <a:solidFill>
                  <a:schemeClr val="tx2"/>
                </a:solidFill>
              </a:rPr>
              <a:t>Self control; not impulsive and uncontrolled</a:t>
            </a:r>
            <a:endParaRPr lang="en-US" sz="3400" dirty="0"/>
          </a:p>
        </p:txBody>
      </p:sp>
      <p:sp>
        <p:nvSpPr>
          <p:cNvPr id="8" name="Row 1"/>
          <p:cNvSpPr/>
          <p:nvPr/>
        </p:nvSpPr>
        <p:spPr>
          <a:xfrm>
            <a:off x="548640" y="3063240"/>
            <a:ext cx="11064240" cy="1234440"/>
          </a:xfrm>
          <a:prstGeom prst="roundRect">
            <a:avLst>
              <a:gd name="adj" fmla="val 14815"/>
            </a:avLst>
          </a:prstGeom>
          <a:solidFill>
            <a:schemeClr val="bg2"/>
          </a:solidFill>
          <a:ln/>
        </p:spPr>
      </p:sp>
      <p:sp>
        <p:nvSpPr>
          <p:cNvPr id="9" name="Row icon 1"/>
          <p:cNvSpPr/>
          <p:nvPr/>
        </p:nvSpPr>
        <p:spPr>
          <a:xfrm>
            <a:off x="777240" y="3200400"/>
            <a:ext cx="960120" cy="960120"/>
          </a:xfrm>
          <a:prstGeom prst="ellipse">
            <a:avLst/>
          </a:prstGeom>
          <a:solidFill>
            <a:schemeClr val="accent4"/>
          </a:solidFill>
          <a:ln/>
        </p:spPr>
      </p:sp>
      <p:pic>
        <p:nvPicPr>
          <p:cNvPr id="10" name="Row icon 1 glyph" descr="preencoded.png">    </p:cNvPr>
          <p:cNvPicPr>
            <a:picLocks noChangeAspect="1"/>
          </p:cNvPicPr>
          <p:nvPr/>
        </p:nvPicPr>
        <p:blipFill>
          <a:blip r:embed="rId2"/>
          <a:stretch>
            <a:fillRect/>
          </a:stretch>
        </p:blipFill>
        <p:spPr>
          <a:xfrm>
            <a:off x="1007669" y="3430829"/>
            <a:ext cx="499262" cy="499262"/>
          </a:xfrm>
          <a:prstGeom prst="rect">
            <a:avLst/>
          </a:prstGeom>
        </p:spPr>
      </p:pic>
      <p:sp>
        <p:nvSpPr>
          <p:cNvPr id="11" name="Row text 1"/>
          <p:cNvSpPr txBox="1"/>
          <p:nvPr/>
        </p:nvSpPr>
        <p:spPr>
          <a:xfrm>
            <a:off x="2011680" y="3063240"/>
            <a:ext cx="9418320" cy="1234440"/>
          </a:xfrm>
          <a:prstGeom prst="rect">
            <a:avLst/>
          </a:prstGeom>
          <a:noFill/>
          <a:ln/>
        </p:spPr>
        <p:txBody>
          <a:bodyPr wrap="square" lIns="0" tIns="0" rIns="0" bIns="0" rtlCol="0" anchor="ctr"/>
          <a:lstStyle/>
          <a:p>
            <a:pPr indent="0" marL="0">
              <a:buNone/>
            </a:pPr>
            <a:r>
              <a:rPr lang="en-US" sz="3400" b="1" dirty="0">
                <a:solidFill>
                  <a:schemeClr val="tx2"/>
                </a:solidFill>
              </a:rPr>
              <a:t>Order and proper management</a:t>
            </a:r>
            <a:endParaRPr lang="en-US" sz="3400" dirty="0"/>
          </a:p>
        </p:txBody>
      </p:sp>
      <p:sp>
        <p:nvSpPr>
          <p:cNvPr id="12" name="Row 2"/>
          <p:cNvSpPr/>
          <p:nvPr/>
        </p:nvSpPr>
        <p:spPr>
          <a:xfrm>
            <a:off x="548640" y="4526280"/>
            <a:ext cx="11064240" cy="1234440"/>
          </a:xfrm>
          <a:prstGeom prst="roundRect">
            <a:avLst>
              <a:gd name="adj" fmla="val 14815"/>
            </a:avLst>
          </a:prstGeom>
          <a:solidFill>
            <a:schemeClr val="bg2"/>
          </a:solidFill>
          <a:ln/>
        </p:spPr>
      </p:sp>
      <p:sp>
        <p:nvSpPr>
          <p:cNvPr id="13" name="Row icon 2"/>
          <p:cNvSpPr/>
          <p:nvPr/>
        </p:nvSpPr>
        <p:spPr>
          <a:xfrm>
            <a:off x="777240" y="4663440"/>
            <a:ext cx="960120" cy="960120"/>
          </a:xfrm>
          <a:prstGeom prst="ellipse">
            <a:avLst/>
          </a:prstGeom>
          <a:solidFill>
            <a:schemeClr val="accent4"/>
          </a:solidFill>
          <a:ln/>
        </p:spPr>
      </p:sp>
      <p:pic>
        <p:nvPicPr>
          <p:cNvPr id="14" name="Row icon 2 glyph" descr="preencoded.png">    </p:cNvPr>
          <p:cNvPicPr>
            <a:picLocks noChangeAspect="1"/>
          </p:cNvPicPr>
          <p:nvPr/>
        </p:nvPicPr>
        <p:blipFill>
          <a:blip r:embed="rId3"/>
          <a:stretch>
            <a:fillRect/>
          </a:stretch>
        </p:blipFill>
        <p:spPr>
          <a:xfrm>
            <a:off x="1007669" y="4893869"/>
            <a:ext cx="499262" cy="499262"/>
          </a:xfrm>
          <a:prstGeom prst="rect">
            <a:avLst/>
          </a:prstGeom>
        </p:spPr>
      </p:pic>
      <p:sp>
        <p:nvSpPr>
          <p:cNvPr id="15" name="Row text 2"/>
          <p:cNvSpPr txBox="1"/>
          <p:nvPr/>
        </p:nvSpPr>
        <p:spPr>
          <a:xfrm>
            <a:off x="2011680" y="4526280"/>
            <a:ext cx="9418320" cy="1234440"/>
          </a:xfrm>
          <a:prstGeom prst="rect">
            <a:avLst/>
          </a:prstGeom>
          <a:noFill/>
          <a:ln/>
        </p:spPr>
        <p:txBody>
          <a:bodyPr wrap="square" lIns="0" tIns="0" rIns="0" bIns="0" rtlCol="0" anchor="ctr"/>
          <a:lstStyle/>
          <a:p>
            <a:pPr indent="0" marL="0">
              <a:buNone/>
            </a:pPr>
            <a:r>
              <a:rPr lang="en-US" sz="3400" b="1" dirty="0">
                <a:solidFill>
                  <a:schemeClr val="tx2"/>
                </a:solidFill>
              </a:rPr>
              <a:t>Sticking to right priorities and activities</a:t>
            </a:r>
            <a:endParaRPr lang="en-US" sz="34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20</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anim calcmode="lin" valueType="num">
                                      <p:cBhvr additive="base">
                                        <p:cTn id="8" dur="350" fill="hold"/>
                                        <p:tgtEl>
                                          <p:spTgt spid="4"/>
                                        </p:tgtEl>
                                        <p:attrNameLst>
                                          <p:attrName>ppt_x</p:attrName>
                                        </p:attrNameLst>
                                      </p:cBhvr>
                                      <p:tavLst>
                                        <p:tav tm="0">
                                          <p:val>
                                            <p:strVal val="#ppt_x"/>
                                          </p:val>
                                        </p:tav>
                                        <p:tav tm="100000">
                                          <p:val>
                                            <p:strVal val="#ppt_x"/>
                                          </p:val>
                                        </p:tav>
                                      </p:tavLst>
                                    </p:anim>
                                    <p:anim calcmode="lin" valueType="num">
                                      <p:cBhvr additive="base">
                                        <p:cTn id="9" dur="350" fill="hold"/>
                                        <p:tgtEl>
                                          <p:spTgt spid="4"/>
                                        </p:tgtEl>
                                        <p:attrNameLst>
                                          <p:attrName>ppt_y</p:attrName>
                                        </p:attrNameLst>
                                      </p:cBhvr>
                                      <p:tavLst>
                                        <p:tav tm="0">
                                          <p:val>
                                            <p:strVal val="#ppt_y+.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p:tgtEl>
                                          <p:spTgt spid="5"/>
                                        </p:tgtEl>
                                      </p:cBhvr>
                                    </p:animEffect>
                                    <p:anim calcmode="lin" valueType="num">
                                      <p:cBhvr additive="base">
                                        <p:cTn id="13" dur="350" fill="hold"/>
                                        <p:tgtEl>
                                          <p:spTgt spid="5"/>
                                        </p:tgtEl>
                                        <p:attrNameLst>
                                          <p:attrName>ppt_x</p:attrName>
                                        </p:attrNameLst>
                                      </p:cBhvr>
                                      <p:tavLst>
                                        <p:tav tm="0">
                                          <p:val>
                                            <p:strVal val="#ppt_x"/>
                                          </p:val>
                                        </p:tav>
                                        <p:tav tm="100000">
                                          <p:val>
                                            <p:strVal val="#ppt_x"/>
                                          </p:val>
                                        </p:tav>
                                      </p:tavLst>
                                    </p:anim>
                                    <p:anim calcmode="lin" valueType="num">
                                      <p:cBhvr additive="base">
                                        <p:cTn id="14" dur="350" fill="hold"/>
                                        <p:tgtEl>
                                          <p:spTgt spid="5"/>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50"/>
                                        <p:tgtEl>
                                          <p:spTgt spid="6"/>
                                        </p:tgtEl>
                                      </p:cBhvr>
                                    </p:animEffect>
                                    <p:anim calcmode="lin" valueType="num">
                                      <p:cBhvr additive="base">
                                        <p:cTn id="18" dur="350" fill="hold"/>
                                        <p:tgtEl>
                                          <p:spTgt spid="6"/>
                                        </p:tgtEl>
                                        <p:attrNameLst>
                                          <p:attrName>ppt_x</p:attrName>
                                        </p:attrNameLst>
                                      </p:cBhvr>
                                      <p:tavLst>
                                        <p:tav tm="0">
                                          <p:val>
                                            <p:strVal val="#ppt_x"/>
                                          </p:val>
                                        </p:tav>
                                        <p:tav tm="100000">
                                          <p:val>
                                            <p:strVal val="#ppt_x"/>
                                          </p:val>
                                        </p:tav>
                                      </p:tavLst>
                                    </p:anim>
                                    <p:anim calcmode="lin" valueType="num">
                                      <p:cBhvr additive="base">
                                        <p:cTn id="19" dur="350" fill="hold"/>
                                        <p:tgtEl>
                                          <p:spTgt spid="6"/>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50"/>
                                        <p:tgtEl>
                                          <p:spTgt spid="7"/>
                                        </p:tgtEl>
                                      </p:cBhvr>
                                    </p:animEffect>
                                    <p:anim calcmode="lin" valueType="num">
                                      <p:cBhvr additive="base">
                                        <p:cTn id="23" dur="350" fill="hold"/>
                                        <p:tgtEl>
                                          <p:spTgt spid="7"/>
                                        </p:tgtEl>
                                        <p:attrNameLst>
                                          <p:attrName>ppt_x</p:attrName>
                                        </p:attrNameLst>
                                      </p:cBhvr>
                                      <p:tavLst>
                                        <p:tav tm="0">
                                          <p:val>
                                            <p:strVal val="#ppt_x"/>
                                          </p:val>
                                        </p:tav>
                                        <p:tav tm="100000">
                                          <p:val>
                                            <p:strVal val="#ppt_x"/>
                                          </p:val>
                                        </p:tav>
                                      </p:tavLst>
                                    </p:anim>
                                    <p:anim calcmode="lin" valueType="num">
                                      <p:cBhvr additive="base">
                                        <p:cTn id="24" dur="350" fill="hold"/>
                                        <p:tgtEl>
                                          <p:spTgt spid="7"/>
                                        </p:tgtEl>
                                        <p:attrNameLst>
                                          <p:attrName>ppt_y</p:attrName>
                                        </p:attrNameLst>
                                      </p:cBhvr>
                                      <p:tavLst>
                                        <p:tav tm="0">
                                          <p:val>
                                            <p:strVal val="#ppt_y+.06"/>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anim calcmode="lin" valueType="num">
                                      <p:cBhvr additive="base">
                                        <p:cTn id="30" dur="350" fill="hold"/>
                                        <p:tgtEl>
                                          <p:spTgt spid="8"/>
                                        </p:tgtEl>
                                        <p:attrNameLst>
                                          <p:attrName>ppt_x</p:attrName>
                                        </p:attrNameLst>
                                      </p:cBhvr>
                                      <p:tavLst>
                                        <p:tav tm="0">
                                          <p:val>
                                            <p:strVal val="#ppt_x"/>
                                          </p:val>
                                        </p:tav>
                                        <p:tav tm="100000">
                                          <p:val>
                                            <p:strVal val="#ppt_x"/>
                                          </p:val>
                                        </p:tav>
                                      </p:tavLst>
                                    </p:anim>
                                    <p:anim calcmode="lin" valueType="num">
                                      <p:cBhvr additive="base">
                                        <p:cTn id="31" dur="350" fill="hold"/>
                                        <p:tgtEl>
                                          <p:spTgt spid="8"/>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350"/>
                                        <p:tgtEl>
                                          <p:spTgt spid="9"/>
                                        </p:tgtEl>
                                      </p:cBhvr>
                                    </p:animEffect>
                                    <p:anim calcmode="lin" valueType="num">
                                      <p:cBhvr additive="base">
                                        <p:cTn id="35" dur="350" fill="hold"/>
                                        <p:tgtEl>
                                          <p:spTgt spid="9"/>
                                        </p:tgtEl>
                                        <p:attrNameLst>
                                          <p:attrName>ppt_x</p:attrName>
                                        </p:attrNameLst>
                                      </p:cBhvr>
                                      <p:tavLst>
                                        <p:tav tm="0">
                                          <p:val>
                                            <p:strVal val="#ppt_x"/>
                                          </p:val>
                                        </p:tav>
                                        <p:tav tm="100000">
                                          <p:val>
                                            <p:strVal val="#ppt_x"/>
                                          </p:val>
                                        </p:tav>
                                      </p:tavLst>
                                    </p:anim>
                                    <p:anim calcmode="lin" valueType="num">
                                      <p:cBhvr additive="base">
                                        <p:cTn id="36" dur="350" fill="hold"/>
                                        <p:tgtEl>
                                          <p:spTgt spid="9"/>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350"/>
                                        <p:tgtEl>
                                          <p:spTgt spid="10"/>
                                        </p:tgtEl>
                                      </p:cBhvr>
                                    </p:animEffect>
                                    <p:anim calcmode="lin" valueType="num">
                                      <p:cBhvr additive="base">
                                        <p:cTn id="40" dur="350" fill="hold"/>
                                        <p:tgtEl>
                                          <p:spTgt spid="10"/>
                                        </p:tgtEl>
                                        <p:attrNameLst>
                                          <p:attrName>ppt_x</p:attrName>
                                        </p:attrNameLst>
                                      </p:cBhvr>
                                      <p:tavLst>
                                        <p:tav tm="0">
                                          <p:val>
                                            <p:strVal val="#ppt_x"/>
                                          </p:val>
                                        </p:tav>
                                        <p:tav tm="100000">
                                          <p:val>
                                            <p:strVal val="#ppt_x"/>
                                          </p:val>
                                        </p:tav>
                                      </p:tavLst>
                                    </p:anim>
                                    <p:anim calcmode="lin" valueType="num">
                                      <p:cBhvr additive="base">
                                        <p:cTn id="41" dur="350" fill="hold"/>
                                        <p:tgtEl>
                                          <p:spTgt spid="10"/>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ppt_x</p:attrName>
                                        </p:attrNameLst>
                                      </p:cBhvr>
                                      <p:tavLst>
                                        <p:tav tm="0">
                                          <p:val>
                                            <p:strVal val="#ppt_x"/>
                                          </p:val>
                                        </p:tav>
                                        <p:tav tm="100000">
                                          <p:val>
                                            <p:strVal val="#ppt_x"/>
                                          </p:val>
                                        </p:tav>
                                      </p:tavLst>
                                    </p:anim>
                                    <p:anim calcmode="lin" valueType="num">
                                      <p:cBhvr additive="base">
                                        <p:cTn id="46" dur="35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50"/>
                                        <p:tgtEl>
                                          <p:spTgt spid="12"/>
                                        </p:tgtEl>
                                      </p:cBhvr>
                                    </p:animEffect>
                                    <p:anim calcmode="lin" valueType="num">
                                      <p:cBhvr additive="base">
                                        <p:cTn id="52" dur="350" fill="hold"/>
                                        <p:tgtEl>
                                          <p:spTgt spid="12"/>
                                        </p:tgtEl>
                                        <p:attrNameLst>
                                          <p:attrName>ppt_x</p:attrName>
                                        </p:attrNameLst>
                                      </p:cBhvr>
                                      <p:tavLst>
                                        <p:tav tm="0">
                                          <p:val>
                                            <p:strVal val="#ppt_x"/>
                                          </p:val>
                                        </p:tav>
                                        <p:tav tm="100000">
                                          <p:val>
                                            <p:strVal val="#ppt_x"/>
                                          </p:val>
                                        </p:tav>
                                      </p:tavLst>
                                    </p:anim>
                                    <p:anim calcmode="lin" valueType="num">
                                      <p:cBhvr additive="base">
                                        <p:cTn id="53" dur="350" fill="hold"/>
                                        <p:tgtEl>
                                          <p:spTgt spid="12"/>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350"/>
                                        <p:tgtEl>
                                          <p:spTgt spid="13"/>
                                        </p:tgtEl>
                                      </p:cBhvr>
                                    </p:animEffect>
                                    <p:anim calcmode="lin" valueType="num">
                                      <p:cBhvr additive="base">
                                        <p:cTn id="57" dur="350" fill="hold"/>
                                        <p:tgtEl>
                                          <p:spTgt spid="13"/>
                                        </p:tgtEl>
                                        <p:attrNameLst>
                                          <p:attrName>ppt_x</p:attrName>
                                        </p:attrNameLst>
                                      </p:cBhvr>
                                      <p:tavLst>
                                        <p:tav tm="0">
                                          <p:val>
                                            <p:strVal val="#ppt_x"/>
                                          </p:val>
                                        </p:tav>
                                        <p:tav tm="100000">
                                          <p:val>
                                            <p:strVal val="#ppt_x"/>
                                          </p:val>
                                        </p:tav>
                                      </p:tavLst>
                                    </p:anim>
                                    <p:anim calcmode="lin" valueType="num">
                                      <p:cBhvr additive="base">
                                        <p:cTn id="58" dur="350" fill="hold"/>
                                        <p:tgtEl>
                                          <p:spTgt spid="13"/>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350"/>
                                        <p:tgtEl>
                                          <p:spTgt spid="14"/>
                                        </p:tgtEl>
                                      </p:cBhvr>
                                    </p:animEffect>
                                    <p:anim calcmode="lin" valueType="num">
                                      <p:cBhvr additive="base">
                                        <p:cTn id="62" dur="350" fill="hold"/>
                                        <p:tgtEl>
                                          <p:spTgt spid="14"/>
                                        </p:tgtEl>
                                        <p:attrNameLst>
                                          <p:attrName>ppt_x</p:attrName>
                                        </p:attrNameLst>
                                      </p:cBhvr>
                                      <p:tavLst>
                                        <p:tav tm="0">
                                          <p:val>
                                            <p:strVal val="#ppt_x"/>
                                          </p:val>
                                        </p:tav>
                                        <p:tav tm="100000">
                                          <p:val>
                                            <p:strVal val="#ppt_x"/>
                                          </p:val>
                                        </p:tav>
                                      </p:tavLst>
                                    </p:anim>
                                    <p:anim calcmode="lin" valueType="num">
                                      <p:cBhvr additive="base">
                                        <p:cTn id="63" dur="350" fill="hold"/>
                                        <p:tgtEl>
                                          <p:spTgt spid="14"/>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350"/>
                                        <p:tgtEl>
                                          <p:spTgt spid="15"/>
                                        </p:tgtEl>
                                      </p:cBhvr>
                                    </p:animEffect>
                                    <p:anim calcmode="lin" valueType="num">
                                      <p:cBhvr additive="base">
                                        <p:cTn id="67" dur="350" fill="hold"/>
                                        <p:tgtEl>
                                          <p:spTgt spid="15"/>
                                        </p:tgtEl>
                                        <p:attrNameLst>
                                          <p:attrName>ppt_x</p:attrName>
                                        </p:attrNameLst>
                                      </p:cBhvr>
                                      <p:tavLst>
                                        <p:tav tm="0">
                                          <p:val>
                                            <p:strVal val="#ppt_x"/>
                                          </p:val>
                                        </p:tav>
                                        <p:tav tm="100000">
                                          <p:val>
                                            <p:strVal val="#ppt_x"/>
                                          </p:val>
                                        </p:tav>
                                      </p:tavLst>
                                    </p:anim>
                                    <p:anim calcmode="lin" valueType="num">
                                      <p:cBhvr additive="base">
                                        <p:cTn id="68" dur="350" fill="hold"/>
                                        <p:tgtEl>
                                          <p:spTgt spid="1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Verse"/>
          <p:cNvSpPr txBox="1"/>
          <p:nvPr/>
        </p:nvSpPr>
        <p:spPr>
          <a:xfrm>
            <a:off x="822960" y="1371600"/>
            <a:ext cx="8229600" cy="4023360"/>
          </a:xfrm>
          <a:prstGeom prst="rect">
            <a:avLst/>
          </a:prstGeom>
          <a:noFill/>
          <a:ln/>
        </p:spPr>
        <p:txBody>
          <a:bodyPr wrap="square" lIns="0" tIns="0" rIns="0" bIns="0" rtlCol="0" anchor="ctr"/>
          <a:lstStyle/>
          <a:p>
            <a:pPr indent="0" marL="0">
              <a:lnSpc>
                <a:spcPct val="108000"/>
              </a:lnSpc>
              <a:spcAft>
                <a:spcPts val="600"/>
              </a:spcAft>
              <a:buNone/>
            </a:pPr>
            <a:r>
              <a:rPr lang="en-US" sz="4000" b="1" dirty="0">
                <a:solidFill>
                  <a:schemeClr val="accent6"/>
                </a:solidFill>
                <a:latin typeface="Cambria" pitchFamily="34" charset="0"/>
                <a:ea typeface="Cambria" pitchFamily="34" charset="-122"/>
                <a:cs typeface="Cambria" pitchFamily="34" charset="-120"/>
              </a:rPr>
              <a:t>Be self-controlled</a:t>
            </a:r>
            <a:pPr indent="0" marL="0">
              <a:lnSpc>
                <a:spcPct val="108000"/>
              </a:lnSpc>
              <a:spcAft>
                <a:spcPts val="600"/>
              </a:spcAft>
              <a:buNone/>
            </a:pPr>
            <a:r>
              <a:rPr lang="en-US" sz="4000" dirty="0">
                <a:solidFill>
                  <a:schemeClr val="bg1"/>
                </a:solidFill>
                <a:latin typeface="Cambria" pitchFamily="34" charset="0"/>
                <a:ea typeface="Cambria" pitchFamily="34" charset="-122"/>
                <a:cs typeface="Cambria" pitchFamily="34" charset="-120"/>
              </a:rPr>
              <a:t> and alert. Your enemy the devil prowls around like a roaring lion looking for someone to devour.</a:t>
            </a:r>
            <a:endParaRPr lang="en-US" sz="4000" dirty="0"/>
          </a:p>
        </p:txBody>
      </p:sp>
      <p:sp>
        <p:nvSpPr>
          <p:cNvPr id="4"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6"/>
                </a:solidFill>
              </a:rPr>
              <a:t>1 Peter 5:8 (NIV)</a:t>
            </a:r>
            <a:endParaRPr lang="en-US" sz="2800" dirty="0"/>
          </a:p>
        </p:txBody>
      </p:sp>
      <p:sp>
        <p:nvSpPr>
          <p:cNvPr id="5" name="Verse icon"/>
          <p:cNvSpPr/>
          <p:nvPr/>
        </p:nvSpPr>
        <p:spPr>
          <a:xfrm>
            <a:off x="9418320" y="2240280"/>
            <a:ext cx="2286000" cy="2286000"/>
          </a:xfrm>
          <a:prstGeom prst="ellipse">
            <a:avLst/>
          </a:prstGeom>
          <a:solidFill>
            <a:schemeClr val="accent4"/>
          </a:solidFill>
          <a:ln/>
        </p:spPr>
      </p:sp>
      <p:pic>
        <p:nvPicPr>
          <p:cNvPr id="6"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50" fill="hold"/>
                                        <p:tgtEl>
                                          <p:spTgt spid="5"/>
                                        </p:tgtEl>
                                        <p:attrNameLst>
                                          <p:attrName>ppt_w</p:attrName>
                                        </p:attrNameLst>
                                      </p:cBhvr>
                                      <p:tavLst>
                                        <p:tav tm="0">
                                          <p:val>
                                            <p:strVal val="0"/>
                                          </p:val>
                                        </p:tav>
                                        <p:tav tm="100000">
                                          <p:val>
                                            <p:strVal val="#ppt_w"/>
                                          </p:val>
                                        </p:tav>
                                      </p:tavLst>
                                    </p:anim>
                                    <p:anim calcmode="lin" valueType="num">
                                      <p:cBhvr additive="base">
                                        <p:cTn id="8" dur="350" fill="hold"/>
                                        <p:tgtEl>
                                          <p:spTgt spid="5"/>
                                        </p:tgtEl>
                                        <p:attrNameLst>
                                          <p:attrName>ppt_h</p:attrName>
                                        </p:attrNameLst>
                                      </p:cBhvr>
                                      <p:tavLst>
                                        <p:tav tm="0">
                                          <p:val>
                                            <p:strVal val="0"/>
                                          </p:val>
                                        </p:tav>
                                        <p:tav tm="100000">
                                          <p:val>
                                            <p:strVal val="#ppt_h"/>
                                          </p:val>
                                        </p:tav>
                                      </p:tavLst>
                                    </p:anim>
                                    <p:animEffect transition="in" filter="fade">
                                      <p:cBhvr>
                                        <p:cTn id="9" dur="35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50" fill="hold"/>
                                        <p:tgtEl>
                                          <p:spTgt spid="6"/>
                                        </p:tgtEl>
                                        <p:attrNameLst>
                                          <p:attrName>ppt_w</p:attrName>
                                        </p:attrNameLst>
                                      </p:cBhvr>
                                      <p:tavLst>
                                        <p:tav tm="0">
                                          <p:val>
                                            <p:strVal val="0"/>
                                          </p:val>
                                        </p:tav>
                                        <p:tav tm="100000">
                                          <p:val>
                                            <p:strVal val="#ppt_w"/>
                                          </p:val>
                                        </p:tav>
                                      </p:tavLst>
                                    </p:anim>
                                    <p:anim calcmode="lin" valueType="num">
                                      <p:cBhvr additive="base">
                                        <p:cTn id="13" dur="350" fill="hold"/>
                                        <p:tgtEl>
                                          <p:spTgt spid="6"/>
                                        </p:tgtEl>
                                        <p:attrNameLst>
                                          <p:attrName>ppt_h</p:attrName>
                                        </p:attrNameLst>
                                      </p:cBhvr>
                                      <p:tavLst>
                                        <p:tav tm="0">
                                          <p:val>
                                            <p:strVal val="0"/>
                                          </p:val>
                                        </p:tav>
                                        <p:tav tm="100000">
                                          <p:val>
                                            <p:strVal val="#ppt_h"/>
                                          </p:val>
                                        </p:tav>
                                      </p:tavLst>
                                    </p:anim>
                                    <p:animEffect transition="in" filter="fade">
                                      <p:cBhvr>
                                        <p:cTn id="14" dur="350"/>
                                        <p:tgtEl>
                                          <p:spTgt spid="6"/>
                                        </p:tgtEl>
                                      </p:cBhvr>
                                    </p:animEffect>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300"/>
                                        <p:tgtEl>
                                          <p:spTgt spid="3"/>
                                        </p:tgtEl>
                                      </p:cBhvr>
                                    </p:animEffect>
                                  </p:childTnLst>
                                </p:cTn>
                              </p:par>
                            </p:childTnLst>
                          </p:cTn>
                        </p:par>
                        <p:par>
                          <p:cTn id="19" fill="hold">
                            <p:stCondLst>
                              <p:cond delay="440"/>
                            </p:stCondLst>
                            <p:childTnLst>
                              <p:par>
                                <p:cTn id="20" presetID="10"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Verse"/>
          <p:cNvSpPr txBox="1"/>
          <p:nvPr/>
        </p:nvSpPr>
        <p:spPr>
          <a:xfrm>
            <a:off x="822960" y="1371600"/>
            <a:ext cx="8229600" cy="4023360"/>
          </a:xfrm>
          <a:prstGeom prst="rect">
            <a:avLst/>
          </a:prstGeom>
          <a:noFill/>
          <a:ln/>
        </p:spPr>
        <p:txBody>
          <a:bodyPr wrap="square" lIns="0" tIns="0" rIns="0" bIns="0" rtlCol="0" anchor="ctr"/>
          <a:lstStyle/>
          <a:p>
            <a:pPr indent="0" marL="0">
              <a:lnSpc>
                <a:spcPct val="108000"/>
              </a:lnSpc>
              <a:spcAft>
                <a:spcPts val="600"/>
              </a:spcAft>
              <a:buNone/>
            </a:pPr>
            <a:r>
              <a:rPr lang="en-US" sz="3600" dirty="0">
                <a:solidFill>
                  <a:schemeClr val="bg1"/>
                </a:solidFill>
                <a:latin typeface="Cambria" pitchFamily="34" charset="0"/>
                <a:ea typeface="Cambria" pitchFamily="34" charset="-122"/>
                <a:cs typeface="Cambria" pitchFamily="34" charset="-120"/>
              </a:rPr>
              <a:t>I discipline my body like an athlete, training it to do what it should. Otherwise, I fear that after preaching to others I myself might be disqualified.</a:t>
            </a:r>
            <a:endParaRPr lang="en-US" sz="3600" dirty="0"/>
          </a:p>
        </p:txBody>
      </p:sp>
      <p:sp>
        <p:nvSpPr>
          <p:cNvPr id="4"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6"/>
                </a:solidFill>
              </a:rPr>
              <a:t>1 Corinthians 9:27 (NLT)</a:t>
            </a:r>
            <a:endParaRPr lang="en-US" sz="2800" dirty="0"/>
          </a:p>
        </p:txBody>
      </p:sp>
      <p:sp>
        <p:nvSpPr>
          <p:cNvPr id="5" name="Verse icon"/>
          <p:cNvSpPr/>
          <p:nvPr/>
        </p:nvSpPr>
        <p:spPr>
          <a:xfrm>
            <a:off x="9418320" y="2240280"/>
            <a:ext cx="2286000" cy="2286000"/>
          </a:xfrm>
          <a:prstGeom prst="ellipse">
            <a:avLst/>
          </a:prstGeom>
          <a:solidFill>
            <a:schemeClr val="accent4"/>
          </a:solidFill>
          <a:ln/>
        </p:spPr>
      </p:sp>
      <p:pic>
        <p:nvPicPr>
          <p:cNvPr id="6"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50" fill="hold"/>
                                        <p:tgtEl>
                                          <p:spTgt spid="5"/>
                                        </p:tgtEl>
                                        <p:attrNameLst>
                                          <p:attrName>ppt_w</p:attrName>
                                        </p:attrNameLst>
                                      </p:cBhvr>
                                      <p:tavLst>
                                        <p:tav tm="0">
                                          <p:val>
                                            <p:strVal val="0"/>
                                          </p:val>
                                        </p:tav>
                                        <p:tav tm="100000">
                                          <p:val>
                                            <p:strVal val="#ppt_w"/>
                                          </p:val>
                                        </p:tav>
                                      </p:tavLst>
                                    </p:anim>
                                    <p:anim calcmode="lin" valueType="num">
                                      <p:cBhvr additive="base">
                                        <p:cTn id="8" dur="350" fill="hold"/>
                                        <p:tgtEl>
                                          <p:spTgt spid="5"/>
                                        </p:tgtEl>
                                        <p:attrNameLst>
                                          <p:attrName>ppt_h</p:attrName>
                                        </p:attrNameLst>
                                      </p:cBhvr>
                                      <p:tavLst>
                                        <p:tav tm="0">
                                          <p:val>
                                            <p:strVal val="0"/>
                                          </p:val>
                                        </p:tav>
                                        <p:tav tm="100000">
                                          <p:val>
                                            <p:strVal val="#ppt_h"/>
                                          </p:val>
                                        </p:tav>
                                      </p:tavLst>
                                    </p:anim>
                                    <p:animEffect transition="in" filter="fade">
                                      <p:cBhvr>
                                        <p:cTn id="9" dur="35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50" fill="hold"/>
                                        <p:tgtEl>
                                          <p:spTgt spid="6"/>
                                        </p:tgtEl>
                                        <p:attrNameLst>
                                          <p:attrName>ppt_w</p:attrName>
                                        </p:attrNameLst>
                                      </p:cBhvr>
                                      <p:tavLst>
                                        <p:tav tm="0">
                                          <p:val>
                                            <p:strVal val="0"/>
                                          </p:val>
                                        </p:tav>
                                        <p:tav tm="100000">
                                          <p:val>
                                            <p:strVal val="#ppt_w"/>
                                          </p:val>
                                        </p:tav>
                                      </p:tavLst>
                                    </p:anim>
                                    <p:anim calcmode="lin" valueType="num">
                                      <p:cBhvr additive="base">
                                        <p:cTn id="13" dur="350" fill="hold"/>
                                        <p:tgtEl>
                                          <p:spTgt spid="6"/>
                                        </p:tgtEl>
                                        <p:attrNameLst>
                                          <p:attrName>ppt_h</p:attrName>
                                        </p:attrNameLst>
                                      </p:cBhvr>
                                      <p:tavLst>
                                        <p:tav tm="0">
                                          <p:val>
                                            <p:strVal val="0"/>
                                          </p:val>
                                        </p:tav>
                                        <p:tav tm="100000">
                                          <p:val>
                                            <p:strVal val="#ppt_h"/>
                                          </p:val>
                                        </p:tav>
                                      </p:tavLst>
                                    </p:anim>
                                    <p:animEffect transition="in" filter="fade">
                                      <p:cBhvr>
                                        <p:cTn id="14" dur="350"/>
                                        <p:tgtEl>
                                          <p:spTgt spid="6"/>
                                        </p:tgtEl>
                                      </p:cBhvr>
                                    </p:animEffect>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300"/>
                                        <p:tgtEl>
                                          <p:spTgt spid="3"/>
                                        </p:tgtEl>
                                      </p:cBhvr>
                                    </p:animEffect>
                                  </p:childTnLst>
                                </p:cTn>
                              </p:par>
                            </p:childTnLst>
                          </p:cTn>
                        </p:par>
                        <p:par>
                          <p:cTn id="19" fill="hold">
                            <p:stCondLst>
                              <p:cond delay="440"/>
                            </p:stCondLst>
                            <p:childTnLst>
                              <p:par>
                                <p:cTn id="20" presetID="10"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5"/>
                </a:solidFill>
                <a:latin typeface="Cambria" pitchFamily="34" charset="0"/>
                <a:ea typeface="Cambria" pitchFamily="34" charset="-122"/>
                <a:cs typeface="Cambria" pitchFamily="34" charset="-120"/>
              </a:rPr>
              <a:t>5.</a:t>
            </a:r>
            <a:endParaRPr lang="en-US" sz="25000" dirty="0"/>
          </a:p>
        </p:txBody>
      </p:sp>
      <p:sp>
        <p:nvSpPr>
          <p:cNvPr id="4" name="Section title"/>
          <p:cNvSpPr txBox="1"/>
          <p:nvPr/>
        </p:nvSpPr>
        <p:spPr>
          <a:xfrm>
            <a:off x="3749040" y="1737360"/>
            <a:ext cx="493776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A Correct Image</a:t>
            </a:r>
            <a:endParaRPr lang="en-US" sz="6000" dirty="0"/>
          </a:p>
        </p:txBody>
      </p:sp>
      <p:sp>
        <p:nvSpPr>
          <p:cNvPr id="5" name="Section icon"/>
          <p:cNvSpPr/>
          <p:nvPr/>
        </p:nvSpPr>
        <p:spPr>
          <a:xfrm>
            <a:off x="8915400" y="1874520"/>
            <a:ext cx="2926080" cy="2926080"/>
          </a:xfrm>
          <a:prstGeom prst="ellipse">
            <a:avLst/>
          </a:prstGeom>
          <a:solidFill>
            <a:schemeClr val="accent5"/>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50" fill="hold"/>
                                        <p:tgtEl>
                                          <p:spTgt spid="3"/>
                                        </p:tgtEl>
                                        <p:attrNameLst>
                                          <p:attrName>ppt_w</p:attrName>
                                        </p:attrNameLst>
                                      </p:cBhvr>
                                      <p:tavLst>
                                        <p:tav tm="0">
                                          <p:val>
                                            <p:strVal val="0"/>
                                          </p:val>
                                        </p:tav>
                                        <p:tav tm="100000">
                                          <p:val>
                                            <p:strVal val="#ppt_w"/>
                                          </p:val>
                                        </p:tav>
                                      </p:tavLst>
                                    </p:anim>
                                    <p:anim calcmode="lin" valueType="num">
                                      <p:cBhvr additive="base">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childTnLst>
                          </p:cTn>
                        </p:par>
                        <p:par>
                          <p:cTn id="10" fill="hold">
                            <p:stCondLst>
                              <p:cond delay="22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50"/>
                                        <p:tgtEl>
                                          <p:spTgt spid="4"/>
                                        </p:tgtEl>
                                      </p:cBhvr>
                                    </p:animEffect>
                                    <p:anim calcmode="lin" valueType="num">
                                      <p:cBhvr additive="base">
                                        <p:cTn id="14" dur="350" fill="hold"/>
                                        <p:tgtEl>
                                          <p:spTgt spid="4"/>
                                        </p:tgtEl>
                                        <p:attrNameLst>
                                          <p:attrName>ppt_x</p:attrName>
                                        </p:attrNameLst>
                                      </p:cBhvr>
                                      <p:tavLst>
                                        <p:tav tm="0">
                                          <p:val>
                                            <p:strVal val="#ppt_x"/>
                                          </p:val>
                                        </p:tav>
                                        <p:tav tm="100000">
                                          <p:val>
                                            <p:strVal val="#ppt_x"/>
                                          </p:val>
                                        </p:tav>
                                      </p:tavLst>
                                    </p:anim>
                                    <p:anim calcmode="lin" valueType="num">
                                      <p:cBhvr additive="base">
                                        <p:cTn id="15" dur="350" fill="hold"/>
                                        <p:tgtEl>
                                          <p:spTgt spid="4"/>
                                        </p:tgtEl>
                                        <p:attrNameLst>
                                          <p:attrName>ppt_y</p:attrName>
                                        </p:attrNameLst>
                                      </p:cBhvr>
                                      <p:tavLst>
                                        <p:tav tm="0">
                                          <p:val>
                                            <p:strVal val="#ppt_y+.06"/>
                                          </p:val>
                                        </p:tav>
                                        <p:tav tm="100000">
                                          <p:val>
                                            <p:strVal val="#ppt_y"/>
                                          </p:val>
                                        </p:tav>
                                      </p:tavLst>
                                    </p:anim>
                                  </p:childTnLst>
                                </p:cTn>
                              </p:par>
                            </p:childTnLst>
                          </p:cTn>
                        </p:par>
                        <p:par>
                          <p:cTn id="16" fill="hold">
                            <p:stCondLst>
                              <p:cond delay="44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350" fill="hold"/>
                                        <p:tgtEl>
                                          <p:spTgt spid="5"/>
                                        </p:tgtEl>
                                        <p:attrNameLst>
                                          <p:attrName>ppt_w</p:attrName>
                                        </p:attrNameLst>
                                      </p:cBhvr>
                                      <p:tavLst>
                                        <p:tav tm="0">
                                          <p:val>
                                            <p:strVal val="0"/>
                                          </p:val>
                                        </p:tav>
                                        <p:tav tm="100000">
                                          <p:val>
                                            <p:strVal val="#ppt_w"/>
                                          </p:val>
                                        </p:tav>
                                      </p:tavLst>
                                    </p:anim>
                                    <p:anim calcmode="lin" valueType="num">
                                      <p:cBhvr additive="base">
                                        <p:cTn id="20" dur="350" fill="hold"/>
                                        <p:tgtEl>
                                          <p:spTgt spid="5"/>
                                        </p:tgtEl>
                                        <p:attrNameLst>
                                          <p:attrName>ppt_h</p:attrName>
                                        </p:attrNameLst>
                                      </p:cBhvr>
                                      <p:tavLst>
                                        <p:tav tm="0">
                                          <p:val>
                                            <p:strVal val="0"/>
                                          </p:val>
                                        </p:tav>
                                        <p:tav tm="100000">
                                          <p:val>
                                            <p:strVal val="#ppt_h"/>
                                          </p:val>
                                        </p:tav>
                                      </p:tavLst>
                                    </p:anim>
                                    <p:animEffect transition="in" filter="fade">
                                      <p:cBhvr>
                                        <p:cTn id="21" dur="350"/>
                                        <p:tgtEl>
                                          <p:spTgt spid="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350" fill="hold"/>
                                        <p:tgtEl>
                                          <p:spTgt spid="6"/>
                                        </p:tgtEl>
                                        <p:attrNameLst>
                                          <p:attrName>ppt_w</p:attrName>
                                        </p:attrNameLst>
                                      </p:cBhvr>
                                      <p:tavLst>
                                        <p:tav tm="0">
                                          <p:val>
                                            <p:strVal val="0"/>
                                          </p:val>
                                        </p:tav>
                                        <p:tav tm="100000">
                                          <p:val>
                                            <p:strVal val="#ppt_w"/>
                                          </p:val>
                                        </p:tav>
                                      </p:tavLst>
                                    </p:anim>
                                    <p:anim calcmode="lin" valueType="num">
                                      <p:cBhvr additive="base">
                                        <p:cTn id="25" dur="350" fill="hold"/>
                                        <p:tgtEl>
                                          <p:spTgt spid="6"/>
                                        </p:tgtEl>
                                        <p:attrNameLst>
                                          <p:attrName>ppt_h</p:attrName>
                                        </p:attrNameLst>
                                      </p:cBhvr>
                                      <p:tavLst>
                                        <p:tav tm="0">
                                          <p:val>
                                            <p:strVal val="0"/>
                                          </p:val>
                                        </p:tav>
                                        <p:tav tm="100000">
                                          <p:val>
                                            <p:strVal val="#ppt_h"/>
                                          </p:val>
                                        </p:tav>
                                      </p:tavLst>
                                    </p:anim>
                                    <p:animEffect transition="in" filter="fade">
                                      <p:cBhvr>
                                        <p:cTn id="26"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Statement icon"/>
          <p:cNvSpPr/>
          <p:nvPr/>
        </p:nvSpPr>
        <p:spPr>
          <a:xfrm>
            <a:off x="822960" y="1737360"/>
            <a:ext cx="3108960" cy="3108960"/>
          </a:xfrm>
          <a:prstGeom prst="ellipse">
            <a:avLst/>
          </a:prstGeom>
          <a:solidFill>
            <a:schemeClr val="accent5"/>
          </a:solidFill>
          <a:ln/>
        </p:spPr>
      </p:sp>
      <p:pic>
        <p:nvPicPr>
          <p:cNvPr id="4" name="Statement icon glyph" descr="preencoded.png">    </p:cNvPr>
          <p:cNvPicPr>
            <a:picLocks noChangeAspect="1"/>
          </p:cNvPicPr>
          <p:nvPr/>
        </p:nvPicPr>
        <p:blipFill>
          <a:blip r:embed="rId1"/>
          <a:stretch>
            <a:fillRect/>
          </a:stretch>
        </p:blipFill>
        <p:spPr>
          <a:xfrm>
            <a:off x="1569110" y="2483510"/>
            <a:ext cx="1616659" cy="1616659"/>
          </a:xfrm>
          <a:prstGeom prst="rect">
            <a:avLst/>
          </a:prstGeom>
        </p:spPr>
      </p:pic>
      <p:sp>
        <p:nvSpPr>
          <p:cNvPr id="5" name="Lead-in"/>
          <p:cNvSpPr txBox="1"/>
          <p:nvPr/>
        </p:nvSpPr>
        <p:spPr>
          <a:xfrm>
            <a:off x="4572000" y="1188720"/>
            <a:ext cx="6949440" cy="1828800"/>
          </a:xfrm>
          <a:prstGeom prst="rect">
            <a:avLst/>
          </a:prstGeom>
          <a:noFill/>
          <a:ln/>
        </p:spPr>
        <p:txBody>
          <a:bodyPr wrap="square" lIns="0" tIns="0" rIns="0" bIns="0" rtlCol="0" anchor="b"/>
          <a:lstStyle/>
          <a:p>
            <a:pPr indent="0" marL="0">
              <a:buNone/>
            </a:pPr>
            <a:r>
              <a:rPr lang="en-US" sz="4000" dirty="0">
                <a:solidFill>
                  <a:schemeClr val="tx2"/>
                </a:solidFill>
                <a:latin typeface="Cambria" pitchFamily="34" charset="0"/>
                <a:ea typeface="Cambria" pitchFamily="34" charset="-122"/>
                <a:cs typeface="Cambria" pitchFamily="34" charset="-120"/>
              </a:rPr>
              <a:t>To sow a correct image is to be</a:t>
            </a:r>
            <a:endParaRPr lang="en-US" sz="4000" dirty="0"/>
          </a:p>
        </p:txBody>
      </p:sp>
      <p:sp>
        <p:nvSpPr>
          <p:cNvPr id="6" name="Key phrase"/>
          <p:cNvSpPr txBox="1"/>
          <p:nvPr/>
        </p:nvSpPr>
        <p:spPr>
          <a:xfrm>
            <a:off x="4572000" y="3200400"/>
            <a:ext cx="6949440" cy="2377440"/>
          </a:xfrm>
          <a:prstGeom prst="rect">
            <a:avLst/>
          </a:prstGeom>
          <a:noFill/>
          <a:ln/>
        </p:spPr>
        <p:txBody>
          <a:bodyPr wrap="square" lIns="0" tIns="0" rIns="0" bIns="0" rtlCol="0" anchor="t"/>
          <a:lstStyle/>
          <a:p>
            <a:pPr indent="0" marL="0">
              <a:buNone/>
            </a:pPr>
            <a:r>
              <a:rPr lang="en-US" sz="6000" b="1" dirty="0">
                <a:solidFill>
                  <a:schemeClr val="accent5"/>
                </a:solidFill>
                <a:latin typeface="Cambria" pitchFamily="34" charset="0"/>
                <a:ea typeface="Cambria" pitchFamily="34" charset="-122"/>
                <a:cs typeface="Cambria" pitchFamily="34" charset="-120"/>
              </a:rPr>
              <a:t>at peace with yourself</a:t>
            </a:r>
            <a:endParaRPr lang="en-US" sz="60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24</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50" fill="hold"/>
                                        <p:tgtEl>
                                          <p:spTgt spid="3"/>
                                        </p:tgtEl>
                                        <p:attrNameLst>
                                          <p:attrName>ppt_w</p:attrName>
                                        </p:attrNameLst>
                                      </p:cBhvr>
                                      <p:tavLst>
                                        <p:tav tm="0">
                                          <p:val>
                                            <p:strVal val="0"/>
                                          </p:val>
                                        </p:tav>
                                        <p:tav tm="100000">
                                          <p:val>
                                            <p:strVal val="#ppt_w"/>
                                          </p:val>
                                        </p:tav>
                                      </p:tavLst>
                                    </p:anim>
                                    <p:anim calcmode="lin" valueType="num">
                                      <p:cBhvr additive="base">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350" fill="hold"/>
                                        <p:tgtEl>
                                          <p:spTgt spid="4"/>
                                        </p:tgtEl>
                                        <p:attrNameLst>
                                          <p:attrName>ppt_w</p:attrName>
                                        </p:attrNameLst>
                                      </p:cBhvr>
                                      <p:tavLst>
                                        <p:tav tm="0">
                                          <p:val>
                                            <p:strVal val="0"/>
                                          </p:val>
                                        </p:tav>
                                        <p:tav tm="100000">
                                          <p:val>
                                            <p:strVal val="#ppt_w"/>
                                          </p:val>
                                        </p:tav>
                                      </p:tavLst>
                                    </p:anim>
                                    <p:anim calcmode="lin" valueType="num">
                                      <p:cBhvr additive="base">
                                        <p:cTn id="13" dur="350" fill="hold"/>
                                        <p:tgtEl>
                                          <p:spTgt spid="4"/>
                                        </p:tgtEl>
                                        <p:attrNameLst>
                                          <p:attrName>ppt_h</p:attrName>
                                        </p:attrNameLst>
                                      </p:cBhvr>
                                      <p:tavLst>
                                        <p:tav tm="0">
                                          <p:val>
                                            <p:strVal val="0"/>
                                          </p:val>
                                        </p:tav>
                                        <p:tav tm="100000">
                                          <p:val>
                                            <p:strVal val="#ppt_h"/>
                                          </p:val>
                                        </p:tav>
                                      </p:tavLst>
                                    </p:anim>
                                    <p:animEffect transition="in" filter="fade">
                                      <p:cBhvr>
                                        <p:cTn id="14" dur="350"/>
                                        <p:tgtEl>
                                          <p:spTgt spid="4"/>
                                        </p:tgtEl>
                                      </p:cBhvr>
                                    </p:animEffect>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00"/>
                                        <p:tgtEl>
                                          <p:spTgt spid="5"/>
                                        </p:tgtEl>
                                      </p:cBhvr>
                                    </p:animEffect>
                                  </p:childTnLst>
                                </p:cTn>
                              </p:par>
                            </p:childTnLst>
                          </p:cTn>
                        </p:par>
                        <p:par>
                          <p:cTn id="19" fill="hold">
                            <p:stCondLst>
                              <p:cond delay="440"/>
                            </p:stCondLst>
                            <p:childTnLst>
                              <p:par>
                                <p:cTn id="20" presetID="42"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50"/>
                                        <p:tgtEl>
                                          <p:spTgt spid="6"/>
                                        </p:tgtEl>
                                      </p:cBhvr>
                                    </p:animEffect>
                                    <p:anim calcmode="lin" valueType="num">
                                      <p:cBhvr additive="base">
                                        <p:cTn id="23" dur="350" fill="hold"/>
                                        <p:tgtEl>
                                          <p:spTgt spid="6"/>
                                        </p:tgtEl>
                                        <p:attrNameLst>
                                          <p:attrName>ppt_x</p:attrName>
                                        </p:attrNameLst>
                                      </p:cBhvr>
                                      <p:tavLst>
                                        <p:tav tm="0">
                                          <p:val>
                                            <p:strVal val="#ppt_x"/>
                                          </p:val>
                                        </p:tav>
                                        <p:tav tm="100000">
                                          <p:val>
                                            <p:strVal val="#ppt_x"/>
                                          </p:val>
                                        </p:tav>
                                      </p:tavLst>
                                    </p:anim>
                                    <p:anim calcmode="lin" valueType="num">
                                      <p:cBhvr additive="base">
                                        <p:cTn id="24" dur="350" fill="hold"/>
                                        <p:tgtEl>
                                          <p:spTgt spid="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Having a correct image means:</a:t>
            </a:r>
            <a:endParaRPr lang="en-US" sz="4000" dirty="0"/>
          </a:p>
        </p:txBody>
      </p:sp>
      <p:sp>
        <p:nvSpPr>
          <p:cNvPr id="4" name="Row icon 0"/>
          <p:cNvSpPr/>
          <p:nvPr/>
        </p:nvSpPr>
        <p:spPr>
          <a:xfrm>
            <a:off x="685800" y="1645920"/>
            <a:ext cx="1188720" cy="1188720"/>
          </a:xfrm>
          <a:prstGeom prst="ellipse">
            <a:avLst/>
          </a:prstGeom>
          <a:solidFill>
            <a:schemeClr val="accent5"/>
          </a:solidFill>
          <a:ln/>
        </p:spPr>
      </p:sp>
      <p:pic>
        <p:nvPicPr>
          <p:cNvPr id="5" name="Row icon 0 glyph" descr="preencoded.png">    </p:cNvPr>
          <p:cNvPicPr>
            <a:picLocks noChangeAspect="1"/>
          </p:cNvPicPr>
          <p:nvPr/>
        </p:nvPicPr>
        <p:blipFill>
          <a:blip r:embed="rId1"/>
          <a:stretch>
            <a:fillRect/>
          </a:stretch>
        </p:blipFill>
        <p:spPr>
          <a:xfrm>
            <a:off x="971093" y="1931213"/>
            <a:ext cx="618134" cy="618134"/>
          </a:xfrm>
          <a:prstGeom prst="rect">
            <a:avLst/>
          </a:prstGeom>
        </p:spPr>
      </p:pic>
      <p:sp>
        <p:nvSpPr>
          <p:cNvPr id="6" name="Row text 0"/>
          <p:cNvSpPr txBox="1"/>
          <p:nvPr/>
        </p:nvSpPr>
        <p:spPr>
          <a:xfrm>
            <a:off x="2194560" y="1645920"/>
            <a:ext cx="9418320" cy="1188720"/>
          </a:xfrm>
          <a:prstGeom prst="rect">
            <a:avLst/>
          </a:prstGeom>
          <a:noFill/>
          <a:ln/>
        </p:spPr>
        <p:txBody>
          <a:bodyPr wrap="square" lIns="0" tIns="0" rIns="0" bIns="0" rtlCol="0" anchor="ctr"/>
          <a:lstStyle/>
          <a:p>
            <a:pPr indent="0" marL="0">
              <a:buNone/>
            </a:pPr>
            <a:r>
              <a:rPr lang="en-US" sz="3600" b="1" dirty="0">
                <a:solidFill>
                  <a:schemeClr val="tx2"/>
                </a:solidFill>
              </a:rPr>
              <a:t>You have a positive self esteem.</a:t>
            </a:r>
            <a:endParaRPr lang="en-US" sz="3600" dirty="0"/>
          </a:p>
        </p:txBody>
      </p:sp>
      <p:sp>
        <p:nvSpPr>
          <p:cNvPr id="7" name="Row icon 1"/>
          <p:cNvSpPr/>
          <p:nvPr/>
        </p:nvSpPr>
        <p:spPr>
          <a:xfrm>
            <a:off x="685800" y="3246120"/>
            <a:ext cx="1188720" cy="1188720"/>
          </a:xfrm>
          <a:prstGeom prst="ellipse">
            <a:avLst/>
          </a:prstGeom>
          <a:solidFill>
            <a:schemeClr val="accent5"/>
          </a:solidFill>
          <a:ln/>
        </p:spPr>
      </p:sp>
      <p:pic>
        <p:nvPicPr>
          <p:cNvPr id="8" name="Row icon 1 glyph" descr="preencoded.png">    </p:cNvPr>
          <p:cNvPicPr>
            <a:picLocks noChangeAspect="1"/>
          </p:cNvPicPr>
          <p:nvPr/>
        </p:nvPicPr>
        <p:blipFill>
          <a:blip r:embed="rId2"/>
          <a:stretch>
            <a:fillRect/>
          </a:stretch>
        </p:blipFill>
        <p:spPr>
          <a:xfrm>
            <a:off x="971093" y="3531413"/>
            <a:ext cx="618134" cy="618134"/>
          </a:xfrm>
          <a:prstGeom prst="rect">
            <a:avLst/>
          </a:prstGeom>
        </p:spPr>
      </p:pic>
      <p:sp>
        <p:nvSpPr>
          <p:cNvPr id="9" name="Row text 1"/>
          <p:cNvSpPr txBox="1"/>
          <p:nvPr/>
        </p:nvSpPr>
        <p:spPr>
          <a:xfrm>
            <a:off x="2194560" y="3246120"/>
            <a:ext cx="9418320" cy="1188720"/>
          </a:xfrm>
          <a:prstGeom prst="rect">
            <a:avLst/>
          </a:prstGeom>
          <a:noFill/>
          <a:ln/>
        </p:spPr>
        <p:txBody>
          <a:bodyPr wrap="square" lIns="0" tIns="0" rIns="0" bIns="0" rtlCol="0" anchor="ctr"/>
          <a:lstStyle/>
          <a:p>
            <a:pPr indent="0" marL="0">
              <a:buNone/>
            </a:pPr>
            <a:r>
              <a:rPr lang="en-US" sz="3600" b="1" dirty="0">
                <a:solidFill>
                  <a:schemeClr val="tx2"/>
                </a:solidFill>
              </a:rPr>
              <a:t>You feel good about yourself.</a:t>
            </a:r>
            <a:endParaRPr lang="en-US" sz="3600" dirty="0"/>
          </a:p>
        </p:txBody>
      </p:sp>
      <p:sp>
        <p:nvSpPr>
          <p:cNvPr id="10" name="Row icon 2"/>
          <p:cNvSpPr/>
          <p:nvPr/>
        </p:nvSpPr>
        <p:spPr>
          <a:xfrm>
            <a:off x="685800" y="4846320"/>
            <a:ext cx="1188720" cy="1188720"/>
          </a:xfrm>
          <a:prstGeom prst="ellipse">
            <a:avLst/>
          </a:prstGeom>
          <a:solidFill>
            <a:schemeClr val="accent5"/>
          </a:solidFill>
          <a:ln/>
        </p:spPr>
      </p:sp>
      <p:pic>
        <p:nvPicPr>
          <p:cNvPr id="11" name="Row icon 2 glyph" descr="preencoded.png">    </p:cNvPr>
          <p:cNvPicPr>
            <a:picLocks noChangeAspect="1"/>
          </p:cNvPicPr>
          <p:nvPr/>
        </p:nvPicPr>
        <p:blipFill>
          <a:blip r:embed="rId3"/>
          <a:stretch>
            <a:fillRect/>
          </a:stretch>
        </p:blipFill>
        <p:spPr>
          <a:xfrm>
            <a:off x="971093" y="5131613"/>
            <a:ext cx="618134" cy="618134"/>
          </a:xfrm>
          <a:prstGeom prst="rect">
            <a:avLst/>
          </a:prstGeom>
        </p:spPr>
      </p:pic>
      <p:sp>
        <p:nvSpPr>
          <p:cNvPr id="12" name="Row text 2"/>
          <p:cNvSpPr txBox="1"/>
          <p:nvPr/>
        </p:nvSpPr>
        <p:spPr>
          <a:xfrm>
            <a:off x="2194560" y="4846320"/>
            <a:ext cx="9418320" cy="1188720"/>
          </a:xfrm>
          <a:prstGeom prst="rect">
            <a:avLst/>
          </a:prstGeom>
          <a:noFill/>
          <a:ln/>
        </p:spPr>
        <p:txBody>
          <a:bodyPr wrap="square" lIns="0" tIns="0" rIns="0" bIns="0" rtlCol="0" anchor="ctr"/>
          <a:lstStyle/>
          <a:p>
            <a:pPr indent="0" marL="0">
              <a:buNone/>
            </a:pPr>
            <a:r>
              <a:rPr lang="en-US" sz="3600" b="1" dirty="0">
                <a:solidFill>
                  <a:schemeClr val="tx2"/>
                </a:solidFill>
              </a:rPr>
              <a:t>You have a healthy outlook of who you are in Christ.</a:t>
            </a:r>
            <a:endParaRPr lang="en-US" sz="3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25</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anim calcmode="lin" valueType="num">
                                      <p:cBhvr additive="base">
                                        <p:cTn id="8" dur="350" fill="hold"/>
                                        <p:tgtEl>
                                          <p:spTgt spid="4"/>
                                        </p:tgtEl>
                                        <p:attrNameLst>
                                          <p:attrName>ppt_x</p:attrName>
                                        </p:attrNameLst>
                                      </p:cBhvr>
                                      <p:tavLst>
                                        <p:tav tm="0">
                                          <p:val>
                                            <p:strVal val="#ppt_x"/>
                                          </p:val>
                                        </p:tav>
                                        <p:tav tm="100000">
                                          <p:val>
                                            <p:strVal val="#ppt_x"/>
                                          </p:val>
                                        </p:tav>
                                      </p:tavLst>
                                    </p:anim>
                                    <p:anim calcmode="lin" valueType="num">
                                      <p:cBhvr additive="base">
                                        <p:cTn id="9" dur="350" fill="hold"/>
                                        <p:tgtEl>
                                          <p:spTgt spid="4"/>
                                        </p:tgtEl>
                                        <p:attrNameLst>
                                          <p:attrName>ppt_y</p:attrName>
                                        </p:attrNameLst>
                                      </p:cBhvr>
                                      <p:tavLst>
                                        <p:tav tm="0">
                                          <p:val>
                                            <p:strVal val="#ppt_y+.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p:tgtEl>
                                          <p:spTgt spid="5"/>
                                        </p:tgtEl>
                                      </p:cBhvr>
                                    </p:animEffect>
                                    <p:anim calcmode="lin" valueType="num">
                                      <p:cBhvr additive="base">
                                        <p:cTn id="13" dur="350" fill="hold"/>
                                        <p:tgtEl>
                                          <p:spTgt spid="5"/>
                                        </p:tgtEl>
                                        <p:attrNameLst>
                                          <p:attrName>ppt_x</p:attrName>
                                        </p:attrNameLst>
                                      </p:cBhvr>
                                      <p:tavLst>
                                        <p:tav tm="0">
                                          <p:val>
                                            <p:strVal val="#ppt_x"/>
                                          </p:val>
                                        </p:tav>
                                        <p:tav tm="100000">
                                          <p:val>
                                            <p:strVal val="#ppt_x"/>
                                          </p:val>
                                        </p:tav>
                                      </p:tavLst>
                                    </p:anim>
                                    <p:anim calcmode="lin" valueType="num">
                                      <p:cBhvr additive="base">
                                        <p:cTn id="14" dur="350" fill="hold"/>
                                        <p:tgtEl>
                                          <p:spTgt spid="5"/>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50"/>
                                        <p:tgtEl>
                                          <p:spTgt spid="6"/>
                                        </p:tgtEl>
                                      </p:cBhvr>
                                    </p:animEffect>
                                    <p:anim calcmode="lin" valueType="num">
                                      <p:cBhvr additive="base">
                                        <p:cTn id="18" dur="350" fill="hold"/>
                                        <p:tgtEl>
                                          <p:spTgt spid="6"/>
                                        </p:tgtEl>
                                        <p:attrNameLst>
                                          <p:attrName>ppt_x</p:attrName>
                                        </p:attrNameLst>
                                      </p:cBhvr>
                                      <p:tavLst>
                                        <p:tav tm="0">
                                          <p:val>
                                            <p:strVal val="#ppt_x"/>
                                          </p:val>
                                        </p:tav>
                                        <p:tav tm="100000">
                                          <p:val>
                                            <p:strVal val="#ppt_x"/>
                                          </p:val>
                                        </p:tav>
                                      </p:tavLst>
                                    </p:anim>
                                    <p:anim calcmode="lin" valueType="num">
                                      <p:cBhvr additive="base">
                                        <p:cTn id="19" dur="350" fill="hold"/>
                                        <p:tgtEl>
                                          <p:spTgt spid="6"/>
                                        </p:tgtEl>
                                        <p:attrNameLst>
                                          <p:attrName>ppt_y</p:attrName>
                                        </p:attrNameLst>
                                      </p:cBhvr>
                                      <p:tavLst>
                                        <p:tav tm="0">
                                          <p:val>
                                            <p:strVal val="#ppt_y+.06"/>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50"/>
                                        <p:tgtEl>
                                          <p:spTgt spid="7"/>
                                        </p:tgtEl>
                                      </p:cBhvr>
                                    </p:animEffect>
                                    <p:anim calcmode="lin" valueType="num">
                                      <p:cBhvr additive="base">
                                        <p:cTn id="25" dur="350" fill="hold"/>
                                        <p:tgtEl>
                                          <p:spTgt spid="7"/>
                                        </p:tgtEl>
                                        <p:attrNameLst>
                                          <p:attrName>ppt_x</p:attrName>
                                        </p:attrNameLst>
                                      </p:cBhvr>
                                      <p:tavLst>
                                        <p:tav tm="0">
                                          <p:val>
                                            <p:strVal val="#ppt_x"/>
                                          </p:val>
                                        </p:tav>
                                        <p:tav tm="100000">
                                          <p:val>
                                            <p:strVal val="#ppt_x"/>
                                          </p:val>
                                        </p:tav>
                                      </p:tavLst>
                                    </p:anim>
                                    <p:anim calcmode="lin" valueType="num">
                                      <p:cBhvr additive="base">
                                        <p:cTn id="26" dur="350" fill="hold"/>
                                        <p:tgtEl>
                                          <p:spTgt spid="7"/>
                                        </p:tgtEl>
                                        <p:attrNameLst>
                                          <p:attrName>ppt_y</p:attrName>
                                        </p:attrNameLst>
                                      </p:cBhvr>
                                      <p:tavLst>
                                        <p:tav tm="0">
                                          <p:val>
                                            <p:strVal val="#ppt_y+.06"/>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anim calcmode="lin" valueType="num">
                                      <p:cBhvr additive="base">
                                        <p:cTn id="30" dur="350" fill="hold"/>
                                        <p:tgtEl>
                                          <p:spTgt spid="8"/>
                                        </p:tgtEl>
                                        <p:attrNameLst>
                                          <p:attrName>ppt_x</p:attrName>
                                        </p:attrNameLst>
                                      </p:cBhvr>
                                      <p:tavLst>
                                        <p:tav tm="0">
                                          <p:val>
                                            <p:strVal val="#ppt_x"/>
                                          </p:val>
                                        </p:tav>
                                        <p:tav tm="100000">
                                          <p:val>
                                            <p:strVal val="#ppt_x"/>
                                          </p:val>
                                        </p:tav>
                                      </p:tavLst>
                                    </p:anim>
                                    <p:anim calcmode="lin" valueType="num">
                                      <p:cBhvr additive="base">
                                        <p:cTn id="31" dur="350" fill="hold"/>
                                        <p:tgtEl>
                                          <p:spTgt spid="8"/>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350"/>
                                        <p:tgtEl>
                                          <p:spTgt spid="9"/>
                                        </p:tgtEl>
                                      </p:cBhvr>
                                    </p:animEffect>
                                    <p:anim calcmode="lin" valueType="num">
                                      <p:cBhvr additive="base">
                                        <p:cTn id="35" dur="350" fill="hold"/>
                                        <p:tgtEl>
                                          <p:spTgt spid="9"/>
                                        </p:tgtEl>
                                        <p:attrNameLst>
                                          <p:attrName>ppt_x</p:attrName>
                                        </p:attrNameLst>
                                      </p:cBhvr>
                                      <p:tavLst>
                                        <p:tav tm="0">
                                          <p:val>
                                            <p:strVal val="#ppt_x"/>
                                          </p:val>
                                        </p:tav>
                                        <p:tav tm="100000">
                                          <p:val>
                                            <p:strVal val="#ppt_x"/>
                                          </p:val>
                                        </p:tav>
                                      </p:tavLst>
                                    </p:anim>
                                    <p:anim calcmode="lin" valueType="num">
                                      <p:cBhvr additive="base">
                                        <p:cTn id="36" dur="350" fill="hold"/>
                                        <p:tgtEl>
                                          <p:spTgt spid="9"/>
                                        </p:tgtEl>
                                        <p:attrNameLst>
                                          <p:attrName>ppt_y</p:attrName>
                                        </p:attrNameLst>
                                      </p:cBhvr>
                                      <p:tavLst>
                                        <p:tav tm="0">
                                          <p:val>
                                            <p:strVal val="#ppt_y+.06"/>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350"/>
                                        <p:tgtEl>
                                          <p:spTgt spid="10"/>
                                        </p:tgtEl>
                                      </p:cBhvr>
                                    </p:animEffect>
                                    <p:anim calcmode="lin" valueType="num">
                                      <p:cBhvr additive="base">
                                        <p:cTn id="42" dur="350" fill="hold"/>
                                        <p:tgtEl>
                                          <p:spTgt spid="10"/>
                                        </p:tgtEl>
                                        <p:attrNameLst>
                                          <p:attrName>ppt_x</p:attrName>
                                        </p:attrNameLst>
                                      </p:cBhvr>
                                      <p:tavLst>
                                        <p:tav tm="0">
                                          <p:val>
                                            <p:strVal val="#ppt_x"/>
                                          </p:val>
                                        </p:tav>
                                        <p:tav tm="100000">
                                          <p:val>
                                            <p:strVal val="#ppt_x"/>
                                          </p:val>
                                        </p:tav>
                                      </p:tavLst>
                                    </p:anim>
                                    <p:anim calcmode="lin" valueType="num">
                                      <p:cBhvr additive="base">
                                        <p:cTn id="43" dur="350" fill="hold"/>
                                        <p:tgtEl>
                                          <p:spTgt spid="10"/>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350"/>
                                        <p:tgtEl>
                                          <p:spTgt spid="11"/>
                                        </p:tgtEl>
                                      </p:cBhvr>
                                    </p:animEffect>
                                    <p:anim calcmode="lin" valueType="num">
                                      <p:cBhvr additive="base">
                                        <p:cTn id="47" dur="350" fill="hold"/>
                                        <p:tgtEl>
                                          <p:spTgt spid="11"/>
                                        </p:tgtEl>
                                        <p:attrNameLst>
                                          <p:attrName>ppt_x</p:attrName>
                                        </p:attrNameLst>
                                      </p:cBhvr>
                                      <p:tavLst>
                                        <p:tav tm="0">
                                          <p:val>
                                            <p:strVal val="#ppt_x"/>
                                          </p:val>
                                        </p:tav>
                                        <p:tav tm="100000">
                                          <p:val>
                                            <p:strVal val="#ppt_x"/>
                                          </p:val>
                                        </p:tav>
                                      </p:tavLst>
                                    </p:anim>
                                    <p:anim calcmode="lin" valueType="num">
                                      <p:cBhvr additive="base">
                                        <p:cTn id="48" dur="350" fill="hold"/>
                                        <p:tgtEl>
                                          <p:spTgt spid="11"/>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50"/>
                                        <p:tgtEl>
                                          <p:spTgt spid="12"/>
                                        </p:tgtEl>
                                      </p:cBhvr>
                                    </p:animEffect>
                                    <p:anim calcmode="lin" valueType="num">
                                      <p:cBhvr additive="base">
                                        <p:cTn id="52" dur="350" fill="hold"/>
                                        <p:tgtEl>
                                          <p:spTgt spid="12"/>
                                        </p:tgtEl>
                                        <p:attrNameLst>
                                          <p:attrName>ppt_x</p:attrName>
                                        </p:attrNameLst>
                                      </p:cBhvr>
                                      <p:tavLst>
                                        <p:tav tm="0">
                                          <p:val>
                                            <p:strVal val="#ppt_x"/>
                                          </p:val>
                                        </p:tav>
                                        <p:tav tm="100000">
                                          <p:val>
                                            <p:strVal val="#ppt_x"/>
                                          </p:val>
                                        </p:tav>
                                      </p:tavLst>
                                    </p:anim>
                                    <p:anim calcmode="lin" valueType="num">
                                      <p:cBhvr additive="base">
                                        <p:cTn id="53" dur="350" fill="hold"/>
                                        <p:tgtEl>
                                          <p:spTgt spid="1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Having a correct image means:</a:t>
            </a:r>
            <a:endParaRPr lang="en-US" sz="4000" dirty="0"/>
          </a:p>
        </p:txBody>
      </p:sp>
      <p:sp>
        <p:nvSpPr>
          <p:cNvPr id="4" name="God sees you card"/>
          <p:cNvSpPr/>
          <p:nvPr/>
        </p:nvSpPr>
        <p:spPr>
          <a:xfrm>
            <a:off x="548640" y="1508760"/>
            <a:ext cx="11064240" cy="2514600"/>
          </a:xfrm>
          <a:prstGeom prst="roundRect">
            <a:avLst>
              <a:gd name="adj" fmla="val 7273"/>
            </a:avLst>
          </a:prstGeom>
          <a:solidFill>
            <a:schemeClr val="bg1"/>
          </a:solidFill>
          <a:ln w="12700">
            <a:solidFill>
              <a:srgbClr val="EBD9F7"/>
            </a:solidFill>
            <a:prstDash val="solid"/>
          </a:ln>
          <a:effectLst>
            <a:outerShdw sx="100000" sy="100000" kx="0" ky="0" algn="bl" rotWithShape="0" blurRad="127000" dist="38100" dir="5400000">
              <a:srgbClr val="4A1240">
                <a:alpha val="18000"/>
              </a:srgbClr>
            </a:outerShdw>
          </a:effectLst>
        </p:spPr>
      </p:sp>
      <p:sp>
        <p:nvSpPr>
          <p:cNvPr id="5" name="God sees you text"/>
          <p:cNvSpPr txBox="1"/>
          <p:nvPr/>
        </p:nvSpPr>
        <p:spPr>
          <a:xfrm>
            <a:off x="914400" y="1645920"/>
            <a:ext cx="10332720" cy="1188720"/>
          </a:xfrm>
          <a:prstGeom prst="rect">
            <a:avLst/>
          </a:prstGeom>
          <a:noFill/>
          <a:ln/>
        </p:spPr>
        <p:txBody>
          <a:bodyPr wrap="square" lIns="0" tIns="0" rIns="0" bIns="0" rtlCol="0" anchor="ctr"/>
          <a:lstStyle/>
          <a:p>
            <a:pPr indent="0" marL="0">
              <a:buNone/>
            </a:pPr>
            <a:r>
              <a:rPr lang="en-US" sz="3400" b="1" dirty="0">
                <a:solidFill>
                  <a:schemeClr val="tx2"/>
                </a:solidFill>
              </a:rPr>
              <a:t>You see yourself the way God sees you. Unique, precious, lovable and important.</a:t>
            </a:r>
            <a:endParaRPr lang="en-US" sz="3400" dirty="0"/>
          </a:p>
        </p:txBody>
      </p:sp>
      <p:sp>
        <p:nvSpPr>
          <p:cNvPr id="6" name="finger icon"/>
          <p:cNvSpPr/>
          <p:nvPr/>
        </p:nvSpPr>
        <p:spPr>
          <a:xfrm>
            <a:off x="2743200" y="2926080"/>
            <a:ext cx="914400" cy="914400"/>
          </a:xfrm>
          <a:prstGeom prst="ellipse">
            <a:avLst/>
          </a:prstGeom>
          <a:solidFill>
            <a:schemeClr val="accent5"/>
          </a:solidFill>
          <a:ln/>
        </p:spPr>
      </p:sp>
      <p:pic>
        <p:nvPicPr>
          <p:cNvPr id="7" name="finger icon glyph" descr="preencoded.png">    </p:cNvPr>
          <p:cNvPicPr>
            <a:picLocks noChangeAspect="1"/>
          </p:cNvPicPr>
          <p:nvPr/>
        </p:nvPicPr>
        <p:blipFill>
          <a:blip r:embed="rId1"/>
          <a:stretch>
            <a:fillRect/>
          </a:stretch>
        </p:blipFill>
        <p:spPr>
          <a:xfrm>
            <a:off x="2962656" y="3145536"/>
            <a:ext cx="475488" cy="475488"/>
          </a:xfrm>
          <a:prstGeom prst="rect">
            <a:avLst/>
          </a:prstGeom>
        </p:spPr>
      </p:pic>
      <p:sp>
        <p:nvSpPr>
          <p:cNvPr id="8" name="gem icon"/>
          <p:cNvSpPr/>
          <p:nvPr/>
        </p:nvSpPr>
        <p:spPr>
          <a:xfrm>
            <a:off x="4663440" y="2926080"/>
            <a:ext cx="914400" cy="914400"/>
          </a:xfrm>
          <a:prstGeom prst="ellipse">
            <a:avLst/>
          </a:prstGeom>
          <a:solidFill>
            <a:schemeClr val="accent5"/>
          </a:solidFill>
          <a:ln/>
        </p:spPr>
      </p:sp>
      <p:pic>
        <p:nvPicPr>
          <p:cNvPr id="9" name="gem icon glyph" descr="preencoded.png">    </p:cNvPr>
          <p:cNvPicPr>
            <a:picLocks noChangeAspect="1"/>
          </p:cNvPicPr>
          <p:nvPr/>
        </p:nvPicPr>
        <p:blipFill>
          <a:blip r:embed="rId2"/>
          <a:stretch>
            <a:fillRect/>
          </a:stretch>
        </p:blipFill>
        <p:spPr>
          <a:xfrm>
            <a:off x="4882896" y="3145536"/>
            <a:ext cx="475488" cy="475488"/>
          </a:xfrm>
          <a:prstGeom prst="rect">
            <a:avLst/>
          </a:prstGeom>
        </p:spPr>
      </p:pic>
      <p:sp>
        <p:nvSpPr>
          <p:cNvPr id="10" name="kind icon"/>
          <p:cNvSpPr/>
          <p:nvPr/>
        </p:nvSpPr>
        <p:spPr>
          <a:xfrm>
            <a:off x="6583680" y="2926080"/>
            <a:ext cx="914400" cy="914400"/>
          </a:xfrm>
          <a:prstGeom prst="ellipse">
            <a:avLst/>
          </a:prstGeom>
          <a:solidFill>
            <a:schemeClr val="accent5"/>
          </a:solidFill>
          <a:ln/>
        </p:spPr>
      </p:sp>
      <p:pic>
        <p:nvPicPr>
          <p:cNvPr id="11" name="kind icon glyph" descr="preencoded.png">    </p:cNvPr>
          <p:cNvPicPr>
            <a:picLocks noChangeAspect="1"/>
          </p:cNvPicPr>
          <p:nvPr/>
        </p:nvPicPr>
        <p:blipFill>
          <a:blip r:embed="rId3"/>
          <a:stretch>
            <a:fillRect/>
          </a:stretch>
        </p:blipFill>
        <p:spPr>
          <a:xfrm>
            <a:off x="6803136" y="3145536"/>
            <a:ext cx="475488" cy="475488"/>
          </a:xfrm>
          <a:prstGeom prst="rect">
            <a:avLst/>
          </a:prstGeom>
        </p:spPr>
      </p:pic>
      <p:sp>
        <p:nvSpPr>
          <p:cNvPr id="12" name="star icon"/>
          <p:cNvSpPr/>
          <p:nvPr/>
        </p:nvSpPr>
        <p:spPr>
          <a:xfrm>
            <a:off x="8503920" y="2926080"/>
            <a:ext cx="914400" cy="914400"/>
          </a:xfrm>
          <a:prstGeom prst="ellipse">
            <a:avLst/>
          </a:prstGeom>
          <a:solidFill>
            <a:schemeClr val="accent5"/>
          </a:solidFill>
          <a:ln/>
        </p:spPr>
      </p:sp>
      <p:pic>
        <p:nvPicPr>
          <p:cNvPr id="13" name="star icon glyph" descr="preencoded.png">    </p:cNvPr>
          <p:cNvPicPr>
            <a:picLocks noChangeAspect="1"/>
          </p:cNvPicPr>
          <p:nvPr/>
        </p:nvPicPr>
        <p:blipFill>
          <a:blip r:embed="rId4"/>
          <a:stretch>
            <a:fillRect/>
          </a:stretch>
        </p:blipFill>
        <p:spPr>
          <a:xfrm>
            <a:off x="8723376" y="3145536"/>
            <a:ext cx="475488" cy="475488"/>
          </a:xfrm>
          <a:prstGeom prst="rect">
            <a:avLst/>
          </a:prstGeom>
        </p:spPr>
      </p:pic>
      <p:sp>
        <p:nvSpPr>
          <p:cNvPr id="14" name="Winner banner"/>
          <p:cNvSpPr/>
          <p:nvPr/>
        </p:nvSpPr>
        <p:spPr>
          <a:xfrm>
            <a:off x="548640" y="4389120"/>
            <a:ext cx="11064240" cy="1463040"/>
          </a:xfrm>
          <a:prstGeom prst="roundRect">
            <a:avLst>
              <a:gd name="adj" fmla="val 12500"/>
            </a:avLst>
          </a:prstGeom>
          <a:solidFill>
            <a:schemeClr val="accent5"/>
          </a:solidFill>
          <a:ln/>
          <a:effectLst>
            <a:outerShdw sx="100000" sy="100000" kx="0" ky="0" algn="bl" rotWithShape="0" blurRad="127000" dist="38100" dir="5400000">
              <a:srgbClr val="4A1240">
                <a:alpha val="18000"/>
              </a:srgbClr>
            </a:outerShdw>
          </a:effectLst>
        </p:spPr>
      </p:sp>
      <p:pic>
        <p:nvPicPr>
          <p:cNvPr id="15" name="Trophy" descr="preencoded.png">    </p:cNvPr>
          <p:cNvPicPr>
            <a:picLocks noChangeAspect="1"/>
          </p:cNvPicPr>
          <p:nvPr/>
        </p:nvPicPr>
        <p:blipFill>
          <a:blip r:embed="rId5"/>
          <a:stretch>
            <a:fillRect/>
          </a:stretch>
        </p:blipFill>
        <p:spPr>
          <a:xfrm>
            <a:off x="914400" y="4617720"/>
            <a:ext cx="1005840" cy="1005840"/>
          </a:xfrm>
          <a:prstGeom prst="rect">
            <a:avLst/>
          </a:prstGeom>
        </p:spPr>
      </p:pic>
      <p:sp>
        <p:nvSpPr>
          <p:cNvPr id="16" name="Winner text"/>
          <p:cNvSpPr txBox="1"/>
          <p:nvPr/>
        </p:nvSpPr>
        <p:spPr>
          <a:xfrm>
            <a:off x="2286000" y="4389120"/>
            <a:ext cx="9144000" cy="1463040"/>
          </a:xfrm>
          <a:prstGeom prst="rect">
            <a:avLst/>
          </a:prstGeom>
          <a:noFill/>
          <a:ln/>
        </p:spPr>
        <p:txBody>
          <a:bodyPr wrap="square" lIns="0" tIns="0" rIns="0" bIns="0" rtlCol="0" anchor="ctr"/>
          <a:lstStyle/>
          <a:p>
            <a:pPr indent="0" marL="0">
              <a:buNone/>
            </a:pPr>
            <a:r>
              <a:rPr lang="en-US" sz="3400" b="1" dirty="0">
                <a:solidFill>
                  <a:schemeClr val="bg1"/>
                </a:solidFill>
              </a:rPr>
              <a:t>You see yourself as a winner in Christ and not a failure.</a:t>
            </a:r>
            <a:endParaRPr lang="en-US" sz="34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9A6A8C"/>
                </a:solidFill>
              </a:defRPr>
            </a:lvl1pPr>
          </a:lstStyle>
          <a:p>
            <a:pPr algn="r"/>
            <a:fld id="{F7021451-1387-4CA6-816F-3879F97B5CBC}" type="slidenum">
              <a:rPr b="0" lang="en-US"/>
              <a:t>26</a:t>
            </a:fld>
            <a:endParaRPr lang="en-US"/>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anim calcmode="lin" valueType="num">
                                      <p:cBhvr additive="base">
                                        <p:cTn id="8" dur="350" fill="hold"/>
                                        <p:tgtEl>
                                          <p:spTgt spid="4"/>
                                        </p:tgtEl>
                                        <p:attrNameLst>
                                          <p:attrName>ppt_x</p:attrName>
                                        </p:attrNameLst>
                                      </p:cBhvr>
                                      <p:tavLst>
                                        <p:tav tm="0">
                                          <p:val>
                                            <p:strVal val="#ppt_x"/>
                                          </p:val>
                                        </p:tav>
                                        <p:tav tm="100000">
                                          <p:val>
                                            <p:strVal val="#ppt_x"/>
                                          </p:val>
                                        </p:tav>
                                      </p:tavLst>
                                    </p:anim>
                                    <p:anim calcmode="lin" valueType="num">
                                      <p:cBhvr additive="base">
                                        <p:cTn id="9" dur="350" fill="hold"/>
                                        <p:tgtEl>
                                          <p:spTgt spid="4"/>
                                        </p:tgtEl>
                                        <p:attrNameLst>
                                          <p:attrName>ppt_y</p:attrName>
                                        </p:attrNameLst>
                                      </p:cBhvr>
                                      <p:tavLst>
                                        <p:tav tm="0">
                                          <p:val>
                                            <p:strVal val="#ppt_y+.06"/>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p:tgtEl>
                                          <p:spTgt spid="5"/>
                                        </p:tgtEl>
                                      </p:cBhvr>
                                    </p:animEffect>
                                    <p:anim calcmode="lin" valueType="num">
                                      <p:cBhvr additive="base">
                                        <p:cTn id="13" dur="350" fill="hold"/>
                                        <p:tgtEl>
                                          <p:spTgt spid="5"/>
                                        </p:tgtEl>
                                        <p:attrNameLst>
                                          <p:attrName>ppt_x</p:attrName>
                                        </p:attrNameLst>
                                      </p:cBhvr>
                                      <p:tavLst>
                                        <p:tav tm="0">
                                          <p:val>
                                            <p:strVal val="#ppt_x"/>
                                          </p:val>
                                        </p:tav>
                                        <p:tav tm="100000">
                                          <p:val>
                                            <p:strVal val="#ppt_x"/>
                                          </p:val>
                                        </p:tav>
                                      </p:tavLst>
                                    </p:anim>
                                    <p:anim calcmode="lin" valueType="num">
                                      <p:cBhvr additive="base">
                                        <p:cTn id="14" dur="350" fill="hold"/>
                                        <p:tgtEl>
                                          <p:spTgt spid="5"/>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50"/>
                                        <p:tgtEl>
                                          <p:spTgt spid="6"/>
                                        </p:tgtEl>
                                      </p:cBhvr>
                                    </p:animEffect>
                                    <p:anim calcmode="lin" valueType="num">
                                      <p:cBhvr additive="base">
                                        <p:cTn id="18" dur="350" fill="hold"/>
                                        <p:tgtEl>
                                          <p:spTgt spid="6"/>
                                        </p:tgtEl>
                                        <p:attrNameLst>
                                          <p:attrName>ppt_x</p:attrName>
                                        </p:attrNameLst>
                                      </p:cBhvr>
                                      <p:tavLst>
                                        <p:tav tm="0">
                                          <p:val>
                                            <p:strVal val="#ppt_x"/>
                                          </p:val>
                                        </p:tav>
                                        <p:tav tm="100000">
                                          <p:val>
                                            <p:strVal val="#ppt_x"/>
                                          </p:val>
                                        </p:tav>
                                      </p:tavLst>
                                    </p:anim>
                                    <p:anim calcmode="lin" valueType="num">
                                      <p:cBhvr additive="base">
                                        <p:cTn id="19" dur="350" fill="hold"/>
                                        <p:tgtEl>
                                          <p:spTgt spid="6"/>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50"/>
                                        <p:tgtEl>
                                          <p:spTgt spid="7"/>
                                        </p:tgtEl>
                                      </p:cBhvr>
                                    </p:animEffect>
                                    <p:anim calcmode="lin" valueType="num">
                                      <p:cBhvr additive="base">
                                        <p:cTn id="23" dur="350" fill="hold"/>
                                        <p:tgtEl>
                                          <p:spTgt spid="7"/>
                                        </p:tgtEl>
                                        <p:attrNameLst>
                                          <p:attrName>ppt_x</p:attrName>
                                        </p:attrNameLst>
                                      </p:cBhvr>
                                      <p:tavLst>
                                        <p:tav tm="0">
                                          <p:val>
                                            <p:strVal val="#ppt_x"/>
                                          </p:val>
                                        </p:tav>
                                        <p:tav tm="100000">
                                          <p:val>
                                            <p:strVal val="#ppt_x"/>
                                          </p:val>
                                        </p:tav>
                                      </p:tavLst>
                                    </p:anim>
                                    <p:anim calcmode="lin" valueType="num">
                                      <p:cBhvr additive="base">
                                        <p:cTn id="24" dur="350" fill="hold"/>
                                        <p:tgtEl>
                                          <p:spTgt spid="7"/>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350"/>
                                        <p:tgtEl>
                                          <p:spTgt spid="8"/>
                                        </p:tgtEl>
                                      </p:cBhvr>
                                    </p:animEffect>
                                    <p:anim calcmode="lin" valueType="num">
                                      <p:cBhvr additive="base">
                                        <p:cTn id="28" dur="350" fill="hold"/>
                                        <p:tgtEl>
                                          <p:spTgt spid="8"/>
                                        </p:tgtEl>
                                        <p:attrNameLst>
                                          <p:attrName>ppt_x</p:attrName>
                                        </p:attrNameLst>
                                      </p:cBhvr>
                                      <p:tavLst>
                                        <p:tav tm="0">
                                          <p:val>
                                            <p:strVal val="#ppt_x"/>
                                          </p:val>
                                        </p:tav>
                                        <p:tav tm="100000">
                                          <p:val>
                                            <p:strVal val="#ppt_x"/>
                                          </p:val>
                                        </p:tav>
                                      </p:tavLst>
                                    </p:anim>
                                    <p:anim calcmode="lin" valueType="num">
                                      <p:cBhvr additive="base">
                                        <p:cTn id="29" dur="350" fill="hold"/>
                                        <p:tgtEl>
                                          <p:spTgt spid="8"/>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anim calcmode="lin" valueType="num">
                                      <p:cBhvr additive="base">
                                        <p:cTn id="33" dur="350" fill="hold"/>
                                        <p:tgtEl>
                                          <p:spTgt spid="9"/>
                                        </p:tgtEl>
                                        <p:attrNameLst>
                                          <p:attrName>ppt_x</p:attrName>
                                        </p:attrNameLst>
                                      </p:cBhvr>
                                      <p:tavLst>
                                        <p:tav tm="0">
                                          <p:val>
                                            <p:strVal val="#ppt_x"/>
                                          </p:val>
                                        </p:tav>
                                        <p:tav tm="100000">
                                          <p:val>
                                            <p:strVal val="#ppt_x"/>
                                          </p:val>
                                        </p:tav>
                                      </p:tavLst>
                                    </p:anim>
                                    <p:anim calcmode="lin" valueType="num">
                                      <p:cBhvr additive="base">
                                        <p:cTn id="34" dur="350" fill="hold"/>
                                        <p:tgtEl>
                                          <p:spTgt spid="9"/>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350"/>
                                        <p:tgtEl>
                                          <p:spTgt spid="10"/>
                                        </p:tgtEl>
                                      </p:cBhvr>
                                    </p:animEffect>
                                    <p:anim calcmode="lin" valueType="num">
                                      <p:cBhvr additive="base">
                                        <p:cTn id="38" dur="350" fill="hold"/>
                                        <p:tgtEl>
                                          <p:spTgt spid="10"/>
                                        </p:tgtEl>
                                        <p:attrNameLst>
                                          <p:attrName>ppt_x</p:attrName>
                                        </p:attrNameLst>
                                      </p:cBhvr>
                                      <p:tavLst>
                                        <p:tav tm="0">
                                          <p:val>
                                            <p:strVal val="#ppt_x"/>
                                          </p:val>
                                        </p:tav>
                                        <p:tav tm="100000">
                                          <p:val>
                                            <p:strVal val="#ppt_x"/>
                                          </p:val>
                                        </p:tav>
                                      </p:tavLst>
                                    </p:anim>
                                    <p:anim calcmode="lin" valueType="num">
                                      <p:cBhvr additive="base">
                                        <p:cTn id="39" dur="350" fill="hold"/>
                                        <p:tgtEl>
                                          <p:spTgt spid="10"/>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350"/>
                                        <p:tgtEl>
                                          <p:spTgt spid="11"/>
                                        </p:tgtEl>
                                      </p:cBhvr>
                                    </p:animEffect>
                                    <p:anim calcmode="lin" valueType="num">
                                      <p:cBhvr additive="base">
                                        <p:cTn id="43" dur="350" fill="hold"/>
                                        <p:tgtEl>
                                          <p:spTgt spid="11"/>
                                        </p:tgtEl>
                                        <p:attrNameLst>
                                          <p:attrName>ppt_x</p:attrName>
                                        </p:attrNameLst>
                                      </p:cBhvr>
                                      <p:tavLst>
                                        <p:tav tm="0">
                                          <p:val>
                                            <p:strVal val="#ppt_x"/>
                                          </p:val>
                                        </p:tav>
                                        <p:tav tm="100000">
                                          <p:val>
                                            <p:strVal val="#ppt_x"/>
                                          </p:val>
                                        </p:tav>
                                      </p:tavLst>
                                    </p:anim>
                                    <p:anim calcmode="lin" valueType="num">
                                      <p:cBhvr additive="base">
                                        <p:cTn id="44" dur="350" fill="hold"/>
                                        <p:tgtEl>
                                          <p:spTgt spid="11"/>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350"/>
                                        <p:tgtEl>
                                          <p:spTgt spid="12"/>
                                        </p:tgtEl>
                                      </p:cBhvr>
                                    </p:animEffect>
                                    <p:anim calcmode="lin" valueType="num">
                                      <p:cBhvr additive="base">
                                        <p:cTn id="48" dur="350" fill="hold"/>
                                        <p:tgtEl>
                                          <p:spTgt spid="12"/>
                                        </p:tgtEl>
                                        <p:attrNameLst>
                                          <p:attrName>ppt_x</p:attrName>
                                        </p:attrNameLst>
                                      </p:cBhvr>
                                      <p:tavLst>
                                        <p:tav tm="0">
                                          <p:val>
                                            <p:strVal val="#ppt_x"/>
                                          </p:val>
                                        </p:tav>
                                        <p:tav tm="100000">
                                          <p:val>
                                            <p:strVal val="#ppt_x"/>
                                          </p:val>
                                        </p:tav>
                                      </p:tavLst>
                                    </p:anim>
                                    <p:anim calcmode="lin" valueType="num">
                                      <p:cBhvr additive="base">
                                        <p:cTn id="49" dur="350" fill="hold"/>
                                        <p:tgtEl>
                                          <p:spTgt spid="12"/>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350"/>
                                        <p:tgtEl>
                                          <p:spTgt spid="13"/>
                                        </p:tgtEl>
                                      </p:cBhvr>
                                    </p:animEffect>
                                    <p:anim calcmode="lin" valueType="num">
                                      <p:cBhvr additive="base">
                                        <p:cTn id="53" dur="350" fill="hold"/>
                                        <p:tgtEl>
                                          <p:spTgt spid="13"/>
                                        </p:tgtEl>
                                        <p:attrNameLst>
                                          <p:attrName>ppt_x</p:attrName>
                                        </p:attrNameLst>
                                      </p:cBhvr>
                                      <p:tavLst>
                                        <p:tav tm="0">
                                          <p:val>
                                            <p:strVal val="#ppt_x"/>
                                          </p:val>
                                        </p:tav>
                                        <p:tav tm="100000">
                                          <p:val>
                                            <p:strVal val="#ppt_x"/>
                                          </p:val>
                                        </p:tav>
                                      </p:tavLst>
                                    </p:anim>
                                    <p:anim calcmode="lin" valueType="num">
                                      <p:cBhvr additive="base">
                                        <p:cTn id="54" dur="350" fill="hold"/>
                                        <p:tgtEl>
                                          <p:spTgt spid="13"/>
                                        </p:tgtEl>
                                        <p:attrNameLst>
                                          <p:attrName>ppt_y</p:attrName>
                                        </p:attrNameLst>
                                      </p:cBhvr>
                                      <p:tavLst>
                                        <p:tav tm="0">
                                          <p:val>
                                            <p:strVal val="#ppt_y+.06"/>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50"/>
                                        <p:tgtEl>
                                          <p:spTgt spid="14"/>
                                        </p:tgtEl>
                                      </p:cBhvr>
                                    </p:animEffect>
                                    <p:anim calcmode="lin" valueType="num">
                                      <p:cBhvr additive="base">
                                        <p:cTn id="60" dur="350" fill="hold"/>
                                        <p:tgtEl>
                                          <p:spTgt spid="14"/>
                                        </p:tgtEl>
                                        <p:attrNameLst>
                                          <p:attrName>ppt_x</p:attrName>
                                        </p:attrNameLst>
                                      </p:cBhvr>
                                      <p:tavLst>
                                        <p:tav tm="0">
                                          <p:val>
                                            <p:strVal val="#ppt_x"/>
                                          </p:val>
                                        </p:tav>
                                        <p:tav tm="100000">
                                          <p:val>
                                            <p:strVal val="#ppt_x"/>
                                          </p:val>
                                        </p:tav>
                                      </p:tavLst>
                                    </p:anim>
                                    <p:anim calcmode="lin" valueType="num">
                                      <p:cBhvr additive="base">
                                        <p:cTn id="61" dur="350" fill="hold"/>
                                        <p:tgtEl>
                                          <p:spTgt spid="14"/>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ppt_x</p:attrName>
                                        </p:attrNameLst>
                                      </p:cBhvr>
                                      <p:tavLst>
                                        <p:tav tm="0">
                                          <p:val>
                                            <p:strVal val="#ppt_x"/>
                                          </p:val>
                                        </p:tav>
                                        <p:tav tm="100000">
                                          <p:val>
                                            <p:strVal val="#ppt_x"/>
                                          </p:val>
                                        </p:tav>
                                      </p:tavLst>
                                    </p:anim>
                                    <p:anim calcmode="lin" valueType="num">
                                      <p:cBhvr additive="base">
                                        <p:cTn id="66" dur="350" fill="hold"/>
                                        <p:tgtEl>
                                          <p:spTgt spid="15"/>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350"/>
                                        <p:tgtEl>
                                          <p:spTgt spid="16"/>
                                        </p:tgtEl>
                                      </p:cBhvr>
                                    </p:animEffect>
                                    <p:anim calcmode="lin" valueType="num">
                                      <p:cBhvr additive="base">
                                        <p:cTn id="70" dur="350" fill="hold"/>
                                        <p:tgtEl>
                                          <p:spTgt spid="16"/>
                                        </p:tgtEl>
                                        <p:attrNameLst>
                                          <p:attrName>ppt_x</p:attrName>
                                        </p:attrNameLst>
                                      </p:cBhvr>
                                      <p:tavLst>
                                        <p:tav tm="0">
                                          <p:val>
                                            <p:strVal val="#ppt_x"/>
                                          </p:val>
                                        </p:tav>
                                        <p:tav tm="100000">
                                          <p:val>
                                            <p:strVal val="#ppt_x"/>
                                          </p:val>
                                        </p:tav>
                                      </p:tavLst>
                                    </p:anim>
                                    <p:anim calcmode="lin" valueType="num">
                                      <p:cBhvr additive="base">
                                        <p:cTn id="71" dur="350" fill="hold"/>
                                        <p:tgtEl>
                                          <p:spTgt spid="1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0" grpId="0" animBg="1"/>
      <p:bldP spid="12" grpId="0" animBg="1"/>
      <p:bldP spid="14"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Verse"/>
          <p:cNvSpPr txBox="1"/>
          <p:nvPr/>
        </p:nvSpPr>
        <p:spPr>
          <a:xfrm>
            <a:off x="822960" y="1371600"/>
            <a:ext cx="8229600" cy="4023360"/>
          </a:xfrm>
          <a:prstGeom prst="rect">
            <a:avLst/>
          </a:prstGeom>
          <a:noFill/>
          <a:ln/>
        </p:spPr>
        <p:txBody>
          <a:bodyPr wrap="square" lIns="0" tIns="0" rIns="0" bIns="0" rtlCol="0" anchor="ctr"/>
          <a:lstStyle/>
          <a:p>
            <a:pPr indent="0" marL="0">
              <a:lnSpc>
                <a:spcPct val="108000"/>
              </a:lnSpc>
              <a:spcAft>
                <a:spcPts val="600"/>
              </a:spcAft>
              <a:buNone/>
            </a:pPr>
            <a:r>
              <a:rPr lang="en-US" sz="3400" dirty="0">
                <a:solidFill>
                  <a:schemeClr val="bg1"/>
                </a:solidFill>
                <a:latin typeface="Cambria" pitchFamily="34" charset="0"/>
                <a:ea typeface="Cambria" pitchFamily="34" charset="-122"/>
                <a:cs typeface="Cambria" pitchFamily="34" charset="-120"/>
              </a:rPr>
              <a:t>For you created my inmost being; you knit me together in my mother's womb.   I praise you because </a:t>
            </a:r>
            <a:pPr indent="0" marL="0">
              <a:lnSpc>
                <a:spcPct val="108000"/>
              </a:lnSpc>
              <a:spcAft>
                <a:spcPts val="600"/>
              </a:spcAft>
              <a:buNone/>
            </a:pPr>
            <a:r>
              <a:rPr lang="en-US" sz="3400" b="1" dirty="0">
                <a:solidFill>
                  <a:schemeClr val="accent6"/>
                </a:solidFill>
                <a:latin typeface="Cambria" pitchFamily="34" charset="0"/>
                <a:ea typeface="Cambria" pitchFamily="34" charset="-122"/>
                <a:cs typeface="Cambria" pitchFamily="34" charset="-120"/>
              </a:rPr>
              <a:t>I am fearfully and wonderfully made</a:t>
            </a:r>
            <a:pPr indent="0" marL="0">
              <a:lnSpc>
                <a:spcPct val="108000"/>
              </a:lnSpc>
              <a:spcAft>
                <a:spcPts val="600"/>
              </a:spcAft>
              <a:buNone/>
            </a:pPr>
            <a:r>
              <a:rPr lang="en-US" sz="3400" dirty="0">
                <a:solidFill>
                  <a:schemeClr val="bg1"/>
                </a:solidFill>
                <a:latin typeface="Cambria" pitchFamily="34" charset="0"/>
                <a:ea typeface="Cambria" pitchFamily="34" charset="-122"/>
                <a:cs typeface="Cambria" pitchFamily="34" charset="-120"/>
              </a:rPr>
              <a:t>; your works are wonderful, I know that full well.</a:t>
            </a:r>
            <a:endParaRPr lang="en-US" sz="3400" dirty="0"/>
          </a:p>
        </p:txBody>
      </p:sp>
      <p:sp>
        <p:nvSpPr>
          <p:cNvPr id="4"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6"/>
                </a:solidFill>
              </a:rPr>
              <a:t>Psalms 139:13–14 (NIV)</a:t>
            </a:r>
            <a:endParaRPr lang="en-US" sz="2800" dirty="0"/>
          </a:p>
        </p:txBody>
      </p:sp>
      <p:sp>
        <p:nvSpPr>
          <p:cNvPr id="5" name="Verse icon"/>
          <p:cNvSpPr/>
          <p:nvPr/>
        </p:nvSpPr>
        <p:spPr>
          <a:xfrm>
            <a:off x="9418320" y="2240280"/>
            <a:ext cx="2286000" cy="2286000"/>
          </a:xfrm>
          <a:prstGeom prst="ellipse">
            <a:avLst/>
          </a:prstGeom>
          <a:solidFill>
            <a:schemeClr val="accent5"/>
          </a:solidFill>
          <a:ln/>
        </p:spPr>
      </p:sp>
      <p:pic>
        <p:nvPicPr>
          <p:cNvPr id="6"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50" fill="hold"/>
                                        <p:tgtEl>
                                          <p:spTgt spid="5"/>
                                        </p:tgtEl>
                                        <p:attrNameLst>
                                          <p:attrName>ppt_w</p:attrName>
                                        </p:attrNameLst>
                                      </p:cBhvr>
                                      <p:tavLst>
                                        <p:tav tm="0">
                                          <p:val>
                                            <p:strVal val="0"/>
                                          </p:val>
                                        </p:tav>
                                        <p:tav tm="100000">
                                          <p:val>
                                            <p:strVal val="#ppt_w"/>
                                          </p:val>
                                        </p:tav>
                                      </p:tavLst>
                                    </p:anim>
                                    <p:anim calcmode="lin" valueType="num">
                                      <p:cBhvr additive="base">
                                        <p:cTn id="8" dur="350" fill="hold"/>
                                        <p:tgtEl>
                                          <p:spTgt spid="5"/>
                                        </p:tgtEl>
                                        <p:attrNameLst>
                                          <p:attrName>ppt_h</p:attrName>
                                        </p:attrNameLst>
                                      </p:cBhvr>
                                      <p:tavLst>
                                        <p:tav tm="0">
                                          <p:val>
                                            <p:strVal val="0"/>
                                          </p:val>
                                        </p:tav>
                                        <p:tav tm="100000">
                                          <p:val>
                                            <p:strVal val="#ppt_h"/>
                                          </p:val>
                                        </p:tav>
                                      </p:tavLst>
                                    </p:anim>
                                    <p:animEffect transition="in" filter="fade">
                                      <p:cBhvr>
                                        <p:cTn id="9" dur="35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50" fill="hold"/>
                                        <p:tgtEl>
                                          <p:spTgt spid="6"/>
                                        </p:tgtEl>
                                        <p:attrNameLst>
                                          <p:attrName>ppt_w</p:attrName>
                                        </p:attrNameLst>
                                      </p:cBhvr>
                                      <p:tavLst>
                                        <p:tav tm="0">
                                          <p:val>
                                            <p:strVal val="0"/>
                                          </p:val>
                                        </p:tav>
                                        <p:tav tm="100000">
                                          <p:val>
                                            <p:strVal val="#ppt_w"/>
                                          </p:val>
                                        </p:tav>
                                      </p:tavLst>
                                    </p:anim>
                                    <p:anim calcmode="lin" valueType="num">
                                      <p:cBhvr additive="base">
                                        <p:cTn id="13" dur="350" fill="hold"/>
                                        <p:tgtEl>
                                          <p:spTgt spid="6"/>
                                        </p:tgtEl>
                                        <p:attrNameLst>
                                          <p:attrName>ppt_h</p:attrName>
                                        </p:attrNameLst>
                                      </p:cBhvr>
                                      <p:tavLst>
                                        <p:tav tm="0">
                                          <p:val>
                                            <p:strVal val="0"/>
                                          </p:val>
                                        </p:tav>
                                        <p:tav tm="100000">
                                          <p:val>
                                            <p:strVal val="#ppt_h"/>
                                          </p:val>
                                        </p:tav>
                                      </p:tavLst>
                                    </p:anim>
                                    <p:animEffect transition="in" filter="fade">
                                      <p:cBhvr>
                                        <p:cTn id="14" dur="350"/>
                                        <p:tgtEl>
                                          <p:spTgt spid="6"/>
                                        </p:tgtEl>
                                      </p:cBhvr>
                                    </p:animEffect>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300"/>
                                        <p:tgtEl>
                                          <p:spTgt spid="3"/>
                                        </p:tgtEl>
                                      </p:cBhvr>
                                    </p:animEffect>
                                  </p:childTnLst>
                                </p:cTn>
                              </p:par>
                            </p:childTnLst>
                          </p:cTn>
                        </p:par>
                        <p:par>
                          <p:cTn id="19" fill="hold">
                            <p:stCondLst>
                              <p:cond delay="440"/>
                            </p:stCondLst>
                            <p:childTnLst>
                              <p:par>
                                <p:cTn id="20" presetID="10"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Verse"/>
          <p:cNvSpPr txBox="1"/>
          <p:nvPr/>
        </p:nvSpPr>
        <p:spPr>
          <a:xfrm>
            <a:off x="822960" y="1371600"/>
            <a:ext cx="8229600" cy="4023360"/>
          </a:xfrm>
          <a:prstGeom prst="rect">
            <a:avLst/>
          </a:prstGeom>
          <a:noFill/>
          <a:ln/>
        </p:spPr>
        <p:txBody>
          <a:bodyPr wrap="square" lIns="0" tIns="0" rIns="0" bIns="0" rtlCol="0" anchor="ctr"/>
          <a:lstStyle/>
          <a:p>
            <a:pPr indent="0" marL="0">
              <a:lnSpc>
                <a:spcPct val="108000"/>
              </a:lnSpc>
              <a:spcAft>
                <a:spcPts val="600"/>
              </a:spcAft>
              <a:buNone/>
            </a:pPr>
            <a:r>
              <a:rPr lang="en-US" sz="5600" dirty="0">
                <a:solidFill>
                  <a:schemeClr val="bg1"/>
                </a:solidFill>
                <a:latin typeface="Cambria" pitchFamily="34" charset="0"/>
                <a:ea typeface="Cambria" pitchFamily="34" charset="-122"/>
                <a:cs typeface="Cambria" pitchFamily="34" charset="-120"/>
              </a:rPr>
              <a:t>I can do all things through Christ who strengthens me.</a:t>
            </a:r>
            <a:endParaRPr lang="en-US" sz="5600" dirty="0"/>
          </a:p>
        </p:txBody>
      </p:sp>
      <p:sp>
        <p:nvSpPr>
          <p:cNvPr id="4"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6"/>
                </a:solidFill>
              </a:rPr>
              <a:t>Philippians 4:13 (NKJV)</a:t>
            </a:r>
            <a:endParaRPr lang="en-US" sz="2800" dirty="0"/>
          </a:p>
        </p:txBody>
      </p:sp>
      <p:sp>
        <p:nvSpPr>
          <p:cNvPr id="5" name="Verse icon"/>
          <p:cNvSpPr/>
          <p:nvPr/>
        </p:nvSpPr>
        <p:spPr>
          <a:xfrm>
            <a:off x="9418320" y="2240280"/>
            <a:ext cx="2286000" cy="2286000"/>
          </a:xfrm>
          <a:prstGeom prst="ellipse">
            <a:avLst/>
          </a:prstGeom>
          <a:solidFill>
            <a:schemeClr val="accent5"/>
          </a:solidFill>
          <a:ln/>
        </p:spPr>
      </p:sp>
      <p:pic>
        <p:nvPicPr>
          <p:cNvPr id="6"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50" fill="hold"/>
                                        <p:tgtEl>
                                          <p:spTgt spid="5"/>
                                        </p:tgtEl>
                                        <p:attrNameLst>
                                          <p:attrName>ppt_w</p:attrName>
                                        </p:attrNameLst>
                                      </p:cBhvr>
                                      <p:tavLst>
                                        <p:tav tm="0">
                                          <p:val>
                                            <p:strVal val="0"/>
                                          </p:val>
                                        </p:tav>
                                        <p:tav tm="100000">
                                          <p:val>
                                            <p:strVal val="#ppt_w"/>
                                          </p:val>
                                        </p:tav>
                                      </p:tavLst>
                                    </p:anim>
                                    <p:anim calcmode="lin" valueType="num">
                                      <p:cBhvr additive="base">
                                        <p:cTn id="8" dur="350" fill="hold"/>
                                        <p:tgtEl>
                                          <p:spTgt spid="5"/>
                                        </p:tgtEl>
                                        <p:attrNameLst>
                                          <p:attrName>ppt_h</p:attrName>
                                        </p:attrNameLst>
                                      </p:cBhvr>
                                      <p:tavLst>
                                        <p:tav tm="0">
                                          <p:val>
                                            <p:strVal val="0"/>
                                          </p:val>
                                        </p:tav>
                                        <p:tav tm="100000">
                                          <p:val>
                                            <p:strVal val="#ppt_h"/>
                                          </p:val>
                                        </p:tav>
                                      </p:tavLst>
                                    </p:anim>
                                    <p:animEffect transition="in" filter="fade">
                                      <p:cBhvr>
                                        <p:cTn id="9" dur="35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350" fill="hold"/>
                                        <p:tgtEl>
                                          <p:spTgt spid="6"/>
                                        </p:tgtEl>
                                        <p:attrNameLst>
                                          <p:attrName>ppt_w</p:attrName>
                                        </p:attrNameLst>
                                      </p:cBhvr>
                                      <p:tavLst>
                                        <p:tav tm="0">
                                          <p:val>
                                            <p:strVal val="0"/>
                                          </p:val>
                                        </p:tav>
                                        <p:tav tm="100000">
                                          <p:val>
                                            <p:strVal val="#ppt_w"/>
                                          </p:val>
                                        </p:tav>
                                      </p:tavLst>
                                    </p:anim>
                                    <p:anim calcmode="lin" valueType="num">
                                      <p:cBhvr additive="base">
                                        <p:cTn id="13" dur="350" fill="hold"/>
                                        <p:tgtEl>
                                          <p:spTgt spid="6"/>
                                        </p:tgtEl>
                                        <p:attrNameLst>
                                          <p:attrName>ppt_h</p:attrName>
                                        </p:attrNameLst>
                                      </p:cBhvr>
                                      <p:tavLst>
                                        <p:tav tm="0">
                                          <p:val>
                                            <p:strVal val="0"/>
                                          </p:val>
                                        </p:tav>
                                        <p:tav tm="100000">
                                          <p:val>
                                            <p:strVal val="#ppt_h"/>
                                          </p:val>
                                        </p:tav>
                                      </p:tavLst>
                                    </p:anim>
                                    <p:animEffect transition="in" filter="fade">
                                      <p:cBhvr>
                                        <p:cTn id="14" dur="350"/>
                                        <p:tgtEl>
                                          <p:spTgt spid="6"/>
                                        </p:tgtEl>
                                      </p:cBhvr>
                                    </p:animEffect>
                                  </p:childTnLst>
                                </p:cTn>
                              </p:par>
                            </p:childTnLst>
                          </p:cTn>
                        </p:par>
                        <p:par>
                          <p:cTn id="15" fill="hold">
                            <p:stCondLst>
                              <p:cond delay="22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300"/>
                                        <p:tgtEl>
                                          <p:spTgt spid="3"/>
                                        </p:tgtEl>
                                      </p:cBhvr>
                                    </p:animEffect>
                                  </p:childTnLst>
                                </p:cTn>
                              </p:par>
                            </p:childTnLst>
                          </p:cTn>
                        </p:par>
                        <p:par>
                          <p:cTn id="19" fill="hold">
                            <p:stCondLst>
                              <p:cond delay="440"/>
                            </p:stCondLst>
                            <p:childTnLst>
                              <p:par>
                                <p:cTn id="20" presetID="10"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Summary title"/>
          <p:cNvSpPr txBox="1"/>
          <p:nvPr/>
        </p:nvSpPr>
        <p:spPr>
          <a:xfrm>
            <a:off x="640080" y="914400"/>
            <a:ext cx="7315200" cy="91440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Sowing the Best:</a:t>
            </a:r>
            <a:endParaRPr lang="en-US" sz="5400" dirty="0"/>
          </a:p>
        </p:txBody>
      </p:sp>
      <p:pic>
        <p:nvPicPr>
          <p:cNvPr id="4" name="Harvest illustration" descr="/tmp/claude-0/-home-user-demohub/4e189e5a-9413-5c63-8621-9705e4931a88/scratchpad/deck/img/wheat.png">    </p:cNvPr>
          <p:cNvPicPr>
            <a:picLocks noChangeAspect="1"/>
          </p:cNvPicPr>
          <p:nvPr/>
        </p:nvPicPr>
        <p:blipFill>
          <a:blip r:embed="rId1"/>
          <a:stretch>
            <a:fillRect/>
          </a:stretch>
        </p:blipFill>
        <p:spPr>
          <a:xfrm>
            <a:off x="8001000" y="1463040"/>
            <a:ext cx="3657600" cy="3657600"/>
          </a:xfrm>
          <a:prstGeom prst="rect">
            <a:avLst/>
          </a:prstGeom>
        </p:spPr>
      </p:pic>
      <p:sp>
        <p:nvSpPr>
          <p:cNvPr id="5" name="Num circle 0"/>
          <p:cNvSpPr/>
          <p:nvPr/>
        </p:nvSpPr>
        <p:spPr>
          <a:xfrm>
            <a:off x="731520" y="2011680"/>
            <a:ext cx="731520" cy="731520"/>
          </a:xfrm>
          <a:prstGeom prst="ellipse">
            <a:avLst/>
          </a:prstGeom>
          <a:solidFill>
            <a:schemeClr val="accent1"/>
          </a:solidFill>
          <a:ln/>
        </p:spPr>
      </p:sp>
      <p:sp>
        <p:nvSpPr>
          <p:cNvPr id="6" name="Num 0"/>
          <p:cNvSpPr txBox="1"/>
          <p:nvPr/>
        </p:nvSpPr>
        <p:spPr>
          <a:xfrm>
            <a:off x="731520" y="201168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7" name="Item 0"/>
          <p:cNvSpPr txBox="1"/>
          <p:nvPr/>
        </p:nvSpPr>
        <p:spPr>
          <a:xfrm>
            <a:off x="1737360" y="2011680"/>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positive attitudes</a:t>
            </a:r>
            <a:endParaRPr lang="en-US" sz="3600" dirty="0"/>
          </a:p>
        </p:txBody>
      </p:sp>
      <p:sp>
        <p:nvSpPr>
          <p:cNvPr id="8" name="Num circle 1"/>
          <p:cNvSpPr/>
          <p:nvPr/>
        </p:nvSpPr>
        <p:spPr>
          <a:xfrm>
            <a:off x="731520" y="2852928"/>
            <a:ext cx="731520" cy="731520"/>
          </a:xfrm>
          <a:prstGeom prst="ellipse">
            <a:avLst/>
          </a:prstGeom>
          <a:solidFill>
            <a:schemeClr val="accent2"/>
          </a:solidFill>
          <a:ln/>
        </p:spPr>
      </p:sp>
      <p:sp>
        <p:nvSpPr>
          <p:cNvPr id="9" name="Num 1"/>
          <p:cNvSpPr txBox="1"/>
          <p:nvPr/>
        </p:nvSpPr>
        <p:spPr>
          <a:xfrm>
            <a:off x="731520" y="2852928"/>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10" name="Item 1"/>
          <p:cNvSpPr txBox="1"/>
          <p:nvPr/>
        </p:nvSpPr>
        <p:spPr>
          <a:xfrm>
            <a:off x="1737360" y="2852928"/>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integrity</a:t>
            </a:r>
            <a:endParaRPr lang="en-US" sz="3600" dirty="0"/>
          </a:p>
        </p:txBody>
      </p:sp>
      <p:sp>
        <p:nvSpPr>
          <p:cNvPr id="11" name="Num circle 2"/>
          <p:cNvSpPr/>
          <p:nvPr/>
        </p:nvSpPr>
        <p:spPr>
          <a:xfrm>
            <a:off x="731520" y="3694176"/>
            <a:ext cx="731520" cy="731520"/>
          </a:xfrm>
          <a:prstGeom prst="ellipse">
            <a:avLst/>
          </a:prstGeom>
          <a:solidFill>
            <a:schemeClr val="accent3"/>
          </a:solidFill>
          <a:ln/>
        </p:spPr>
      </p:sp>
      <p:sp>
        <p:nvSpPr>
          <p:cNvPr id="12" name="Num 2"/>
          <p:cNvSpPr txBox="1"/>
          <p:nvPr/>
        </p:nvSpPr>
        <p:spPr>
          <a:xfrm>
            <a:off x="731520" y="3694176"/>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3" name="Item 2"/>
          <p:cNvSpPr txBox="1"/>
          <p:nvPr/>
        </p:nvSpPr>
        <p:spPr>
          <a:xfrm>
            <a:off x="1737360" y="3694176"/>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spirituality</a:t>
            </a:r>
            <a:endParaRPr lang="en-US" sz="3600" dirty="0"/>
          </a:p>
        </p:txBody>
      </p:sp>
      <p:sp>
        <p:nvSpPr>
          <p:cNvPr id="14" name="Num circle 3"/>
          <p:cNvSpPr/>
          <p:nvPr/>
        </p:nvSpPr>
        <p:spPr>
          <a:xfrm>
            <a:off x="731520" y="4535424"/>
            <a:ext cx="731520" cy="731520"/>
          </a:xfrm>
          <a:prstGeom prst="ellipse">
            <a:avLst/>
          </a:prstGeom>
          <a:solidFill>
            <a:schemeClr val="accent4"/>
          </a:solidFill>
          <a:ln/>
        </p:spPr>
      </p:sp>
      <p:sp>
        <p:nvSpPr>
          <p:cNvPr id="15" name="Num 3"/>
          <p:cNvSpPr txBox="1"/>
          <p:nvPr/>
        </p:nvSpPr>
        <p:spPr>
          <a:xfrm>
            <a:off x="731520" y="4535424"/>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4</a:t>
            </a:r>
            <a:endParaRPr lang="en-US" sz="3000" dirty="0"/>
          </a:p>
        </p:txBody>
      </p:sp>
      <p:sp>
        <p:nvSpPr>
          <p:cNvPr id="16" name="Item 3"/>
          <p:cNvSpPr txBox="1"/>
          <p:nvPr/>
        </p:nvSpPr>
        <p:spPr>
          <a:xfrm>
            <a:off x="1737360" y="4535424"/>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discipline</a:t>
            </a:r>
            <a:endParaRPr lang="en-US" sz="3600" dirty="0"/>
          </a:p>
        </p:txBody>
      </p:sp>
      <p:sp>
        <p:nvSpPr>
          <p:cNvPr id="17" name="Num circle 4"/>
          <p:cNvSpPr/>
          <p:nvPr/>
        </p:nvSpPr>
        <p:spPr>
          <a:xfrm>
            <a:off x="731520" y="5376672"/>
            <a:ext cx="731520" cy="731520"/>
          </a:xfrm>
          <a:prstGeom prst="ellipse">
            <a:avLst/>
          </a:prstGeom>
          <a:solidFill>
            <a:schemeClr val="accent5"/>
          </a:solidFill>
          <a:ln/>
        </p:spPr>
      </p:sp>
      <p:sp>
        <p:nvSpPr>
          <p:cNvPr id="18" name="Num 4"/>
          <p:cNvSpPr txBox="1"/>
          <p:nvPr/>
        </p:nvSpPr>
        <p:spPr>
          <a:xfrm>
            <a:off x="731520" y="5376672"/>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5</a:t>
            </a:r>
            <a:endParaRPr lang="en-US" sz="3000" dirty="0"/>
          </a:p>
        </p:txBody>
      </p:sp>
      <p:sp>
        <p:nvSpPr>
          <p:cNvPr id="19" name="Item 4"/>
          <p:cNvSpPr txBox="1"/>
          <p:nvPr/>
        </p:nvSpPr>
        <p:spPr>
          <a:xfrm>
            <a:off x="1737360" y="5376672"/>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a correct image</a:t>
            </a:r>
            <a:endParaRPr lang="en-US" sz="36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350" fill="hold"/>
                                        <p:tgtEl>
                                          <p:spTgt spid="4"/>
                                        </p:tgtEl>
                                        <p:attrNameLst>
                                          <p:attrName>ppt_w</p:attrName>
                                        </p:attrNameLst>
                                      </p:cBhvr>
                                      <p:tavLst>
                                        <p:tav tm="0">
                                          <p:val>
                                            <p:strVal val="0"/>
                                          </p:val>
                                        </p:tav>
                                        <p:tav tm="100000">
                                          <p:val>
                                            <p:strVal val="#ppt_w"/>
                                          </p:val>
                                        </p:tav>
                                      </p:tavLst>
                                    </p:anim>
                                    <p:anim calcmode="lin" valueType="num">
                                      <p:cBhvr additive="base">
                                        <p:cTn id="8" dur="350" fill="hold"/>
                                        <p:tgtEl>
                                          <p:spTgt spid="4"/>
                                        </p:tgtEl>
                                        <p:attrNameLst>
                                          <p:attrName>ppt_h</p:attrName>
                                        </p:attrNameLst>
                                      </p:cBhvr>
                                      <p:tavLst>
                                        <p:tav tm="0">
                                          <p:val>
                                            <p:strVal val="0"/>
                                          </p:val>
                                        </p:tav>
                                        <p:tav tm="100000">
                                          <p:val>
                                            <p:strVal val="#ppt_h"/>
                                          </p:val>
                                        </p:tav>
                                      </p:tavLst>
                                    </p:anim>
                                    <p:animEffect transition="in" filter="fade">
                                      <p:cBhvr>
                                        <p:cTn id="9" dur="35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anim calcmode="lin" valueType="num">
                                      <p:cBhvr additive="base">
                                        <p:cTn id="15" dur="350" fill="hold"/>
                                        <p:tgtEl>
                                          <p:spTgt spid="5"/>
                                        </p:tgtEl>
                                        <p:attrNameLst>
                                          <p:attrName>ppt_x</p:attrName>
                                        </p:attrNameLst>
                                      </p:cBhvr>
                                      <p:tavLst>
                                        <p:tav tm="0">
                                          <p:val>
                                            <p:strVal val="#ppt_x"/>
                                          </p:val>
                                        </p:tav>
                                        <p:tav tm="100000">
                                          <p:val>
                                            <p:strVal val="#ppt_x"/>
                                          </p:val>
                                        </p:tav>
                                      </p:tavLst>
                                    </p:anim>
                                    <p:anim calcmode="lin" valueType="num">
                                      <p:cBhvr additive="base">
                                        <p:cTn id="16" dur="350" fill="hold"/>
                                        <p:tgtEl>
                                          <p:spTgt spid="5"/>
                                        </p:tgtEl>
                                        <p:attrNameLst>
                                          <p:attrName>ppt_y</p:attrName>
                                        </p:attrNameLst>
                                      </p:cBhvr>
                                      <p:tavLst>
                                        <p:tav tm="0">
                                          <p:val>
                                            <p:strVal val="#ppt_y+.06"/>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350"/>
                                        <p:tgtEl>
                                          <p:spTgt spid="6"/>
                                        </p:tgtEl>
                                      </p:cBhvr>
                                    </p:animEffect>
                                    <p:anim calcmode="lin" valueType="num">
                                      <p:cBhvr additive="base">
                                        <p:cTn id="20" dur="350" fill="hold"/>
                                        <p:tgtEl>
                                          <p:spTgt spid="6"/>
                                        </p:tgtEl>
                                        <p:attrNameLst>
                                          <p:attrName>ppt_x</p:attrName>
                                        </p:attrNameLst>
                                      </p:cBhvr>
                                      <p:tavLst>
                                        <p:tav tm="0">
                                          <p:val>
                                            <p:strVal val="#ppt_x"/>
                                          </p:val>
                                        </p:tav>
                                        <p:tav tm="100000">
                                          <p:val>
                                            <p:strVal val="#ppt_x"/>
                                          </p:val>
                                        </p:tav>
                                      </p:tavLst>
                                    </p:anim>
                                    <p:anim calcmode="lin" valueType="num">
                                      <p:cBhvr additive="base">
                                        <p:cTn id="21" dur="350" fill="hold"/>
                                        <p:tgtEl>
                                          <p:spTgt spid="6"/>
                                        </p:tgtEl>
                                        <p:attrNameLst>
                                          <p:attrName>ppt_y</p:attrName>
                                        </p:attrNameLst>
                                      </p:cBhvr>
                                      <p:tavLst>
                                        <p:tav tm="0">
                                          <p:val>
                                            <p:strVal val="#ppt_y+.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50"/>
                                        <p:tgtEl>
                                          <p:spTgt spid="7"/>
                                        </p:tgtEl>
                                      </p:cBhvr>
                                    </p:animEffect>
                                    <p:anim calcmode="lin" valueType="num">
                                      <p:cBhvr additive="base">
                                        <p:cTn id="25" dur="350" fill="hold"/>
                                        <p:tgtEl>
                                          <p:spTgt spid="7"/>
                                        </p:tgtEl>
                                        <p:attrNameLst>
                                          <p:attrName>ppt_x</p:attrName>
                                        </p:attrNameLst>
                                      </p:cBhvr>
                                      <p:tavLst>
                                        <p:tav tm="0">
                                          <p:val>
                                            <p:strVal val="#ppt_x"/>
                                          </p:val>
                                        </p:tav>
                                        <p:tav tm="100000">
                                          <p:val>
                                            <p:strVal val="#ppt_x"/>
                                          </p:val>
                                        </p:tav>
                                      </p:tavLst>
                                    </p:anim>
                                    <p:anim calcmode="lin" valueType="num">
                                      <p:cBhvr additive="base">
                                        <p:cTn id="26" dur="350" fill="hold"/>
                                        <p:tgtEl>
                                          <p:spTgt spid="7"/>
                                        </p:tgtEl>
                                        <p:attrNameLst>
                                          <p:attrName>ppt_y</p:attrName>
                                        </p:attrNameLst>
                                      </p:cBhvr>
                                      <p:tavLst>
                                        <p:tav tm="0">
                                          <p:val>
                                            <p:strVal val="#ppt_y+.06"/>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350"/>
                                        <p:tgtEl>
                                          <p:spTgt spid="8"/>
                                        </p:tgtEl>
                                      </p:cBhvr>
                                    </p:animEffect>
                                    <p:anim calcmode="lin" valueType="num">
                                      <p:cBhvr additive="base">
                                        <p:cTn id="32" dur="350" fill="hold"/>
                                        <p:tgtEl>
                                          <p:spTgt spid="8"/>
                                        </p:tgtEl>
                                        <p:attrNameLst>
                                          <p:attrName>ppt_x</p:attrName>
                                        </p:attrNameLst>
                                      </p:cBhvr>
                                      <p:tavLst>
                                        <p:tav tm="0">
                                          <p:val>
                                            <p:strVal val="#ppt_x"/>
                                          </p:val>
                                        </p:tav>
                                        <p:tav tm="100000">
                                          <p:val>
                                            <p:strVal val="#ppt_x"/>
                                          </p:val>
                                        </p:tav>
                                      </p:tavLst>
                                    </p:anim>
                                    <p:anim calcmode="lin" valueType="num">
                                      <p:cBhvr additive="base">
                                        <p:cTn id="33" dur="350" fill="hold"/>
                                        <p:tgtEl>
                                          <p:spTgt spid="8"/>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350"/>
                                        <p:tgtEl>
                                          <p:spTgt spid="9"/>
                                        </p:tgtEl>
                                      </p:cBhvr>
                                    </p:animEffect>
                                    <p:anim calcmode="lin" valueType="num">
                                      <p:cBhvr additive="base">
                                        <p:cTn id="37" dur="350" fill="hold"/>
                                        <p:tgtEl>
                                          <p:spTgt spid="9"/>
                                        </p:tgtEl>
                                        <p:attrNameLst>
                                          <p:attrName>ppt_x</p:attrName>
                                        </p:attrNameLst>
                                      </p:cBhvr>
                                      <p:tavLst>
                                        <p:tav tm="0">
                                          <p:val>
                                            <p:strVal val="#ppt_x"/>
                                          </p:val>
                                        </p:tav>
                                        <p:tav tm="100000">
                                          <p:val>
                                            <p:strVal val="#ppt_x"/>
                                          </p:val>
                                        </p:tav>
                                      </p:tavLst>
                                    </p:anim>
                                    <p:anim calcmode="lin" valueType="num">
                                      <p:cBhvr additive="base">
                                        <p:cTn id="38" dur="350" fill="hold"/>
                                        <p:tgtEl>
                                          <p:spTgt spid="9"/>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350"/>
                                        <p:tgtEl>
                                          <p:spTgt spid="10"/>
                                        </p:tgtEl>
                                      </p:cBhvr>
                                    </p:animEffect>
                                    <p:anim calcmode="lin" valueType="num">
                                      <p:cBhvr additive="base">
                                        <p:cTn id="42" dur="350" fill="hold"/>
                                        <p:tgtEl>
                                          <p:spTgt spid="10"/>
                                        </p:tgtEl>
                                        <p:attrNameLst>
                                          <p:attrName>ppt_x</p:attrName>
                                        </p:attrNameLst>
                                      </p:cBhvr>
                                      <p:tavLst>
                                        <p:tav tm="0">
                                          <p:val>
                                            <p:strVal val="#ppt_x"/>
                                          </p:val>
                                        </p:tav>
                                        <p:tav tm="100000">
                                          <p:val>
                                            <p:strVal val="#ppt_x"/>
                                          </p:val>
                                        </p:tav>
                                      </p:tavLst>
                                    </p:anim>
                                    <p:anim calcmode="lin" valueType="num">
                                      <p:cBhvr additive="base">
                                        <p:cTn id="43" dur="350" fill="hold"/>
                                        <p:tgtEl>
                                          <p:spTgt spid="10"/>
                                        </p:tgtEl>
                                        <p:attrNameLst>
                                          <p:attrName>ppt_y</p:attrName>
                                        </p:attrNameLst>
                                      </p:cBhvr>
                                      <p:tavLst>
                                        <p:tav tm="0">
                                          <p:val>
                                            <p:strVal val="#ppt_y+.06"/>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350"/>
                                        <p:tgtEl>
                                          <p:spTgt spid="11"/>
                                        </p:tgtEl>
                                      </p:cBhvr>
                                    </p:animEffect>
                                    <p:anim calcmode="lin" valueType="num">
                                      <p:cBhvr additive="base">
                                        <p:cTn id="49" dur="350" fill="hold"/>
                                        <p:tgtEl>
                                          <p:spTgt spid="11"/>
                                        </p:tgtEl>
                                        <p:attrNameLst>
                                          <p:attrName>ppt_x</p:attrName>
                                        </p:attrNameLst>
                                      </p:cBhvr>
                                      <p:tavLst>
                                        <p:tav tm="0">
                                          <p:val>
                                            <p:strVal val="#ppt_x"/>
                                          </p:val>
                                        </p:tav>
                                        <p:tav tm="100000">
                                          <p:val>
                                            <p:strVal val="#ppt_x"/>
                                          </p:val>
                                        </p:tav>
                                      </p:tavLst>
                                    </p:anim>
                                    <p:anim calcmode="lin" valueType="num">
                                      <p:cBhvr additive="base">
                                        <p:cTn id="50" dur="350" fill="hold"/>
                                        <p:tgtEl>
                                          <p:spTgt spid="11"/>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350"/>
                                        <p:tgtEl>
                                          <p:spTgt spid="12"/>
                                        </p:tgtEl>
                                      </p:cBhvr>
                                    </p:animEffect>
                                    <p:anim calcmode="lin" valueType="num">
                                      <p:cBhvr additive="base">
                                        <p:cTn id="54" dur="350" fill="hold"/>
                                        <p:tgtEl>
                                          <p:spTgt spid="12"/>
                                        </p:tgtEl>
                                        <p:attrNameLst>
                                          <p:attrName>ppt_x</p:attrName>
                                        </p:attrNameLst>
                                      </p:cBhvr>
                                      <p:tavLst>
                                        <p:tav tm="0">
                                          <p:val>
                                            <p:strVal val="#ppt_x"/>
                                          </p:val>
                                        </p:tav>
                                        <p:tav tm="100000">
                                          <p:val>
                                            <p:strVal val="#ppt_x"/>
                                          </p:val>
                                        </p:tav>
                                      </p:tavLst>
                                    </p:anim>
                                    <p:anim calcmode="lin" valueType="num">
                                      <p:cBhvr additive="base">
                                        <p:cTn id="55" dur="350" fill="hold"/>
                                        <p:tgtEl>
                                          <p:spTgt spid="12"/>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350"/>
                                        <p:tgtEl>
                                          <p:spTgt spid="13"/>
                                        </p:tgtEl>
                                      </p:cBhvr>
                                    </p:animEffect>
                                    <p:anim calcmode="lin" valueType="num">
                                      <p:cBhvr additive="base">
                                        <p:cTn id="59" dur="350" fill="hold"/>
                                        <p:tgtEl>
                                          <p:spTgt spid="13"/>
                                        </p:tgtEl>
                                        <p:attrNameLst>
                                          <p:attrName>ppt_x</p:attrName>
                                        </p:attrNameLst>
                                      </p:cBhvr>
                                      <p:tavLst>
                                        <p:tav tm="0">
                                          <p:val>
                                            <p:strVal val="#ppt_x"/>
                                          </p:val>
                                        </p:tav>
                                        <p:tav tm="100000">
                                          <p:val>
                                            <p:strVal val="#ppt_x"/>
                                          </p:val>
                                        </p:tav>
                                      </p:tavLst>
                                    </p:anim>
                                    <p:anim calcmode="lin" valueType="num">
                                      <p:cBhvr additive="base">
                                        <p:cTn id="60" dur="350" fill="hold"/>
                                        <p:tgtEl>
                                          <p:spTgt spid="13"/>
                                        </p:tgtEl>
                                        <p:attrNameLst>
                                          <p:attrName>ppt_y</p:attrName>
                                        </p:attrNameLst>
                                      </p:cBhvr>
                                      <p:tavLst>
                                        <p:tav tm="0">
                                          <p:val>
                                            <p:strVal val="#ppt_y+.06"/>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350"/>
                                        <p:tgtEl>
                                          <p:spTgt spid="14"/>
                                        </p:tgtEl>
                                      </p:cBhvr>
                                    </p:animEffect>
                                    <p:anim calcmode="lin" valueType="num">
                                      <p:cBhvr additive="base">
                                        <p:cTn id="66" dur="350" fill="hold"/>
                                        <p:tgtEl>
                                          <p:spTgt spid="14"/>
                                        </p:tgtEl>
                                        <p:attrNameLst>
                                          <p:attrName>ppt_x</p:attrName>
                                        </p:attrNameLst>
                                      </p:cBhvr>
                                      <p:tavLst>
                                        <p:tav tm="0">
                                          <p:val>
                                            <p:strVal val="#ppt_x"/>
                                          </p:val>
                                        </p:tav>
                                        <p:tav tm="100000">
                                          <p:val>
                                            <p:strVal val="#ppt_x"/>
                                          </p:val>
                                        </p:tav>
                                      </p:tavLst>
                                    </p:anim>
                                    <p:anim calcmode="lin" valueType="num">
                                      <p:cBhvr additive="base">
                                        <p:cTn id="67" dur="350" fill="hold"/>
                                        <p:tgtEl>
                                          <p:spTgt spid="14"/>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350"/>
                                        <p:tgtEl>
                                          <p:spTgt spid="15"/>
                                        </p:tgtEl>
                                      </p:cBhvr>
                                    </p:animEffect>
                                    <p:anim calcmode="lin" valueType="num">
                                      <p:cBhvr additive="base">
                                        <p:cTn id="71" dur="350" fill="hold"/>
                                        <p:tgtEl>
                                          <p:spTgt spid="15"/>
                                        </p:tgtEl>
                                        <p:attrNameLst>
                                          <p:attrName>ppt_x</p:attrName>
                                        </p:attrNameLst>
                                      </p:cBhvr>
                                      <p:tavLst>
                                        <p:tav tm="0">
                                          <p:val>
                                            <p:strVal val="#ppt_x"/>
                                          </p:val>
                                        </p:tav>
                                        <p:tav tm="100000">
                                          <p:val>
                                            <p:strVal val="#ppt_x"/>
                                          </p:val>
                                        </p:tav>
                                      </p:tavLst>
                                    </p:anim>
                                    <p:anim calcmode="lin" valueType="num">
                                      <p:cBhvr additive="base">
                                        <p:cTn id="72" dur="350" fill="hold"/>
                                        <p:tgtEl>
                                          <p:spTgt spid="15"/>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350"/>
                                        <p:tgtEl>
                                          <p:spTgt spid="16"/>
                                        </p:tgtEl>
                                      </p:cBhvr>
                                    </p:animEffect>
                                    <p:anim calcmode="lin" valueType="num">
                                      <p:cBhvr additive="base">
                                        <p:cTn id="76" dur="350" fill="hold"/>
                                        <p:tgtEl>
                                          <p:spTgt spid="16"/>
                                        </p:tgtEl>
                                        <p:attrNameLst>
                                          <p:attrName>ppt_x</p:attrName>
                                        </p:attrNameLst>
                                      </p:cBhvr>
                                      <p:tavLst>
                                        <p:tav tm="0">
                                          <p:val>
                                            <p:strVal val="#ppt_x"/>
                                          </p:val>
                                        </p:tav>
                                        <p:tav tm="100000">
                                          <p:val>
                                            <p:strVal val="#ppt_x"/>
                                          </p:val>
                                        </p:tav>
                                      </p:tavLst>
                                    </p:anim>
                                    <p:anim calcmode="lin" valueType="num">
                                      <p:cBhvr additive="base">
                                        <p:cTn id="77" dur="350" fill="hold"/>
                                        <p:tgtEl>
                                          <p:spTgt spid="16"/>
                                        </p:tgtEl>
                                        <p:attrNameLst>
                                          <p:attrName>ppt_y</p:attrName>
                                        </p:attrNameLst>
                                      </p:cBhvr>
                                      <p:tavLst>
                                        <p:tav tm="0">
                                          <p:val>
                                            <p:strVal val="#ppt_y+.06"/>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350"/>
                                        <p:tgtEl>
                                          <p:spTgt spid="17"/>
                                        </p:tgtEl>
                                      </p:cBhvr>
                                    </p:animEffect>
                                    <p:anim calcmode="lin" valueType="num">
                                      <p:cBhvr additive="base">
                                        <p:cTn id="83" dur="350" fill="hold"/>
                                        <p:tgtEl>
                                          <p:spTgt spid="17"/>
                                        </p:tgtEl>
                                        <p:attrNameLst>
                                          <p:attrName>ppt_x</p:attrName>
                                        </p:attrNameLst>
                                      </p:cBhvr>
                                      <p:tavLst>
                                        <p:tav tm="0">
                                          <p:val>
                                            <p:strVal val="#ppt_x"/>
                                          </p:val>
                                        </p:tav>
                                        <p:tav tm="100000">
                                          <p:val>
                                            <p:strVal val="#ppt_x"/>
                                          </p:val>
                                        </p:tav>
                                      </p:tavLst>
                                    </p:anim>
                                    <p:anim calcmode="lin" valueType="num">
                                      <p:cBhvr additive="base">
                                        <p:cTn id="84" dur="350" fill="hold"/>
                                        <p:tgtEl>
                                          <p:spTgt spid="17"/>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350"/>
                                        <p:tgtEl>
                                          <p:spTgt spid="18"/>
                                        </p:tgtEl>
                                      </p:cBhvr>
                                    </p:animEffect>
                                    <p:anim calcmode="lin" valueType="num">
                                      <p:cBhvr additive="base">
                                        <p:cTn id="88" dur="350" fill="hold"/>
                                        <p:tgtEl>
                                          <p:spTgt spid="18"/>
                                        </p:tgtEl>
                                        <p:attrNameLst>
                                          <p:attrName>ppt_x</p:attrName>
                                        </p:attrNameLst>
                                      </p:cBhvr>
                                      <p:tavLst>
                                        <p:tav tm="0">
                                          <p:val>
                                            <p:strVal val="#ppt_x"/>
                                          </p:val>
                                        </p:tav>
                                        <p:tav tm="100000">
                                          <p:val>
                                            <p:strVal val="#ppt_x"/>
                                          </p:val>
                                        </p:tav>
                                      </p:tavLst>
                                    </p:anim>
                                    <p:anim calcmode="lin" valueType="num">
                                      <p:cBhvr additive="base">
                                        <p:cTn id="89" dur="350" fill="hold"/>
                                        <p:tgtEl>
                                          <p:spTgt spid="18"/>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350"/>
                                        <p:tgtEl>
                                          <p:spTgt spid="19"/>
                                        </p:tgtEl>
                                      </p:cBhvr>
                                    </p:animEffect>
                                    <p:anim calcmode="lin" valueType="num">
                                      <p:cBhvr additive="base">
                                        <p:cTn id="93" dur="350" fill="hold"/>
                                        <p:tgtEl>
                                          <p:spTgt spid="19"/>
                                        </p:tgtEl>
                                        <p:attrNameLst>
                                          <p:attrName>ppt_x</p:attrName>
                                        </p:attrNameLst>
                                      </p:cBhvr>
                                      <p:tavLst>
                                        <p:tav tm="0">
                                          <p:val>
                                            <p:strVal val="#ppt_x"/>
                                          </p:val>
                                        </p:tav>
                                        <p:tav tm="100000">
                                          <p:val>
                                            <p:strVal val="#ppt_x"/>
                                          </p:val>
                                        </p:tav>
                                      </p:tavLst>
                                    </p:anim>
                                    <p:anim calcmode="lin" valueType="num">
                                      <p:cBhvr additive="base">
                                        <p:cTn id="94" dur="350" fill="hold"/>
                                        <p:tgtEl>
                                          <p:spTgt spid="1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theme/theme1.xml><?xml version="1.0" encoding="utf-8"?>
<a:theme xmlns:a="http://schemas.openxmlformats.org/drawingml/2006/main" name="Pink Harvest">
  <a:themeElements>
    <a:clrScheme name="Pink Harvest">
      <a:dk1>
        <a:srgbClr val="1A1A1A"/>
      </a:dk1>
      <a:lt1>
        <a:srgbClr val="FFFFFF"/>
      </a:lt1>
      <a:dk2>
        <a:srgbClr val="4A1240"/>
      </a:dk2>
      <a:lt2>
        <a:srgbClr val="FDEBF3"/>
      </a:lt2>
      <a:accent1>
        <a:srgbClr val="D6336C"/>
      </a:accent1>
      <a:accent2>
        <a:srgbClr val="9C3FB0"/>
      </a:accent2>
      <a:accent3>
        <a:srgbClr val="1B8FA0"/>
      </a:accent3>
      <a:accent4>
        <a:srgbClr val="E0602F"/>
      </a:accent4>
      <a:accent5>
        <a:srgbClr val="6A4FC4"/>
      </a:accent5>
      <a:accent6>
        <a:srgbClr val="F5B83D"/>
      </a:accent6>
      <a:hlink>
        <a:srgbClr val="D6336C"/>
      </a:hlink>
      <a:folHlink>
        <a:srgbClr val="9C3FB0"/>
      </a:folHlink>
    </a:clrScheme>
    <a:fontScheme name="Pink Harv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Sower of Best</dc:title>
  <dc:subject>PptxGenJS Presentation</dc:subject>
  <dc:creator>Erika Mariano</dc:creator>
  <cp:lastModifiedBy>Erika Mariano</cp:lastModifiedBy>
  <cp:revision>1</cp:revision>
  <dcterms:created xsi:type="dcterms:W3CDTF">2026-10-10T18:00:35Z</dcterms:created>
  <dcterms:modified xsi:type="dcterms:W3CDTF">2026-10-10T18:00:35Z</dcterms:modified>
</cp:coreProperties>
</file>